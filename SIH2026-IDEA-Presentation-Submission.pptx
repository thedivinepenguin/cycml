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tabLst>
                <a:tab pos="0" algn="l"/>
              </a:tabLst>
            </a:pPr>
            <a:r>
              <a:rPr lang="en-US" sz="4400" b="0" u="none" strike="noStrike">
                <a:solidFill>
                  <a:schemeClr val="dk1"/>
                </a:solidFill>
                <a:effectLst/>
                <a:uFillTx/>
                <a:latin typeface="TradeGothic"/>
              </a:rPr>
              <a:t>Click to move the slide</a:t>
            </a:r>
            <a:endParaRPr lang="en-US" sz="4400" b="0" u="none" strike="noStrike">
              <a:solidFill>
                <a:schemeClr val="dk1"/>
              </a:solidFill>
              <a:effectLst/>
              <a:uFillTx/>
              <a:latin typeface="TradeGothic"/>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0F5C1504-A4D9-4C41-A5FC-A68016C6593F}"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380880" y="685800"/>
            <a:ext cx="6094440" cy="3427560"/>
          </a:xfrm>
          <a:prstGeom prst="rect">
            <a:avLst/>
          </a:prstGeom>
          <a:ln w="0">
            <a:noFill/>
          </a:ln>
        </p:spPr>
      </p:sp>
      <p:sp>
        <p:nvSpPr>
          <p:cNvPr id="115" name="PlaceHolder 2"/>
          <p:cNvSpPr>
            <a:spLocks noGrp="1"/>
          </p:cNvSpPr>
          <p:nvPr>
            <p:ph type="body"/>
          </p:nvPr>
        </p:nvSpPr>
        <p:spPr>
          <a:xfrm>
            <a:off x="685800" y="4343400"/>
            <a:ext cx="5484960" cy="4113360"/>
          </a:xfrm>
          <a:prstGeom prst="rect">
            <a:avLst/>
          </a:prstGeom>
          <a:noFill/>
          <a:ln w="0">
            <a:noFill/>
          </a:ln>
        </p:spPr>
        <p:txBody>
          <a:bodyPr numCol="1" spcCol="0"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16" name="PlaceHolder 3"/>
          <p:cNvSpPr>
            <a:spLocks noGrp="1"/>
          </p:cNvSpPr>
          <p:nvPr>
            <p:ph type="sldNum" idx="47"/>
          </p:nvPr>
        </p:nvSpPr>
        <p:spPr>
          <a:xfrm>
            <a:off x="3884760" y="8685360"/>
            <a:ext cx="2970360" cy="455760"/>
          </a:xfrm>
          <a:prstGeom prst="rect">
            <a:avLst/>
          </a:prstGeom>
          <a:noFill/>
          <a:ln w="0">
            <a:noFill/>
          </a:ln>
        </p:spPr>
        <p:txBody>
          <a:bodyPr numCol="1" spcCol="0"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D8B6D3B-B160-4A3F-9A61-9650D26BD317}"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380880" y="685800"/>
            <a:ext cx="6094440" cy="3427560"/>
          </a:xfrm>
          <a:prstGeom prst="rect">
            <a:avLst/>
          </a:prstGeom>
          <a:ln w="0">
            <a:noFill/>
          </a:ln>
        </p:spPr>
      </p:sp>
      <p:sp>
        <p:nvSpPr>
          <p:cNvPr id="118" name="PlaceHolder 2"/>
          <p:cNvSpPr>
            <a:spLocks noGrp="1"/>
          </p:cNvSpPr>
          <p:nvPr>
            <p:ph type="body"/>
          </p:nvPr>
        </p:nvSpPr>
        <p:spPr>
          <a:xfrm>
            <a:off x="685800" y="4343400"/>
            <a:ext cx="5484960" cy="4113360"/>
          </a:xfrm>
          <a:prstGeom prst="rect">
            <a:avLst/>
          </a:prstGeom>
          <a:noFill/>
          <a:ln w="0">
            <a:noFill/>
          </a:ln>
        </p:spPr>
        <p:txBody>
          <a:bodyPr numCol="1" spcCol="0"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19" name="PlaceHolder 3"/>
          <p:cNvSpPr>
            <a:spLocks noGrp="1"/>
          </p:cNvSpPr>
          <p:nvPr>
            <p:ph type="sldNum" idx="48"/>
          </p:nvPr>
        </p:nvSpPr>
        <p:spPr>
          <a:xfrm>
            <a:off x="3884760" y="8685360"/>
            <a:ext cx="2970360" cy="455760"/>
          </a:xfrm>
          <a:prstGeom prst="rect">
            <a:avLst/>
          </a:prstGeom>
          <a:noFill/>
          <a:ln w="0">
            <a:noFill/>
          </a:ln>
        </p:spPr>
        <p:txBody>
          <a:bodyPr numCol="1" spcCol="0"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4045559-0F36-4932-B1F4-656AC86EC983}"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380880" y="685800"/>
            <a:ext cx="6094440" cy="3427560"/>
          </a:xfrm>
          <a:prstGeom prst="rect">
            <a:avLst/>
          </a:prstGeom>
          <a:ln w="0">
            <a:noFill/>
          </a:ln>
        </p:spPr>
      </p:sp>
      <p:sp>
        <p:nvSpPr>
          <p:cNvPr id="121" name="PlaceHolder 2"/>
          <p:cNvSpPr>
            <a:spLocks noGrp="1"/>
          </p:cNvSpPr>
          <p:nvPr>
            <p:ph type="body"/>
          </p:nvPr>
        </p:nvSpPr>
        <p:spPr>
          <a:xfrm>
            <a:off x="685800" y="4343400"/>
            <a:ext cx="5484960" cy="4113360"/>
          </a:xfrm>
          <a:prstGeom prst="rect">
            <a:avLst/>
          </a:prstGeom>
          <a:noFill/>
          <a:ln w="0">
            <a:noFill/>
          </a:ln>
        </p:spPr>
        <p:txBody>
          <a:bodyPr numCol="1" spcCol="0"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22" name="PlaceHolder 3"/>
          <p:cNvSpPr>
            <a:spLocks noGrp="1"/>
          </p:cNvSpPr>
          <p:nvPr>
            <p:ph type="sldNum" idx="49"/>
          </p:nvPr>
        </p:nvSpPr>
        <p:spPr>
          <a:xfrm>
            <a:off x="3884760" y="8685360"/>
            <a:ext cx="2970360" cy="455760"/>
          </a:xfrm>
          <a:prstGeom prst="rect">
            <a:avLst/>
          </a:prstGeom>
          <a:noFill/>
          <a:ln w="0">
            <a:noFill/>
          </a:ln>
        </p:spPr>
        <p:txBody>
          <a:bodyPr numCol="1" spcCol="0" lIns="91440" tIns="45720" rIns="91440" bIns="4572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4A6ABE36-A900-4567-B200-51CD65241B50}" type="slidenum">
              <a:rPr lang="en-US" sz="1200" b="0" u="none" strike="noStrike">
                <a:solidFill>
                  <a:srgbClr val="000000"/>
                </a:solidFill>
                <a:effectLst/>
                <a:uFillTx/>
                <a:latin typeface="Calibri"/>
                <a:ea typeface="ＭＳ Ｐゴシック"/>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380880" y="685800"/>
            <a:ext cx="6094440" cy="3427560"/>
          </a:xfrm>
          <a:prstGeom prst="rect">
            <a:avLst/>
          </a:prstGeom>
          <a:ln w="0">
            <a:noFill/>
          </a:ln>
        </p:spPr>
      </p:sp>
      <p:sp>
        <p:nvSpPr>
          <p:cNvPr id="124" name="PlaceHolder 2"/>
          <p:cNvSpPr>
            <a:spLocks noGrp="1"/>
          </p:cNvSpPr>
          <p:nvPr>
            <p:ph type="body"/>
          </p:nvPr>
        </p:nvSpPr>
        <p:spPr>
          <a:xfrm>
            <a:off x="685800" y="4343400"/>
            <a:ext cx="5484960" cy="4113360"/>
          </a:xfrm>
          <a:prstGeom prst="rect">
            <a:avLst/>
          </a:prstGeom>
          <a:noFill/>
          <a:ln w="0">
            <a:noFill/>
          </a:ln>
        </p:spPr>
        <p:txBody>
          <a:bodyPr numCol="1" spcCol="0"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25" name="PlaceHolder 3"/>
          <p:cNvSpPr>
            <a:spLocks noGrp="1"/>
          </p:cNvSpPr>
          <p:nvPr>
            <p:ph type="sldNum" idx="50"/>
          </p:nvPr>
        </p:nvSpPr>
        <p:spPr>
          <a:xfrm>
            <a:off x="3884760" y="8685360"/>
            <a:ext cx="2970360" cy="455760"/>
          </a:xfrm>
          <a:prstGeom prst="rect">
            <a:avLst/>
          </a:prstGeom>
          <a:noFill/>
          <a:ln w="0">
            <a:noFill/>
          </a:ln>
        </p:spPr>
        <p:txBody>
          <a:bodyPr numCol="1" spcCol="0" lIns="91440" tIns="45720" rIns="91440" bIns="4572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BC356513-208F-4DBA-9FB0-88A8E987C769}" type="slidenum">
              <a:rPr lang="en-US" sz="1200" b="0" u="none" strike="noStrike">
                <a:solidFill>
                  <a:srgbClr val="000000"/>
                </a:solidFill>
                <a:effectLst/>
                <a:uFillTx/>
                <a:latin typeface="Calibri"/>
                <a:ea typeface="ＭＳ Ｐゴシック"/>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380880" y="685800"/>
            <a:ext cx="6094440" cy="3427560"/>
          </a:xfrm>
          <a:prstGeom prst="rect">
            <a:avLst/>
          </a:prstGeom>
          <a:ln w="0">
            <a:noFill/>
          </a:ln>
        </p:spPr>
      </p:sp>
      <p:sp>
        <p:nvSpPr>
          <p:cNvPr id="127" name="PlaceHolder 2"/>
          <p:cNvSpPr>
            <a:spLocks noGrp="1"/>
          </p:cNvSpPr>
          <p:nvPr>
            <p:ph type="body"/>
          </p:nvPr>
        </p:nvSpPr>
        <p:spPr>
          <a:xfrm>
            <a:off x="685800" y="4343400"/>
            <a:ext cx="5484960" cy="4113360"/>
          </a:xfrm>
          <a:prstGeom prst="rect">
            <a:avLst/>
          </a:prstGeom>
          <a:noFill/>
          <a:ln w="0">
            <a:noFill/>
          </a:ln>
        </p:spPr>
        <p:txBody>
          <a:bodyPr numCol="1" spcCol="0"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28" name="PlaceHolder 3"/>
          <p:cNvSpPr>
            <a:spLocks noGrp="1"/>
          </p:cNvSpPr>
          <p:nvPr>
            <p:ph type="sldNum" idx="51"/>
          </p:nvPr>
        </p:nvSpPr>
        <p:spPr>
          <a:xfrm>
            <a:off x="3884760" y="8685360"/>
            <a:ext cx="2970360" cy="455760"/>
          </a:xfrm>
          <a:prstGeom prst="rect">
            <a:avLst/>
          </a:prstGeom>
          <a:noFill/>
          <a:ln w="0">
            <a:noFill/>
          </a:ln>
        </p:spPr>
        <p:txBody>
          <a:bodyPr numCol="1" spcCol="0" lIns="91440" tIns="45720" rIns="91440" bIns="4572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8359F00A-2462-4766-B6CC-163887CE2A7B}" type="slidenum">
              <a:rPr lang="en-US" sz="1200" b="0" u="none" strike="noStrike">
                <a:solidFill>
                  <a:srgbClr val="000000"/>
                </a:solidFill>
                <a:effectLst/>
                <a:uFillTx/>
                <a:latin typeface="Calibri"/>
                <a:ea typeface="ＭＳ Ｐゴシック"/>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839080" y="274680"/>
            <a:ext cx="2741760" cy="5850000"/>
          </a:xfrm>
          <a:prstGeom prst="rect">
            <a:avLst/>
          </a:prstGeom>
          <a:noFill/>
          <a:ln w="9360">
            <a:noFill/>
          </a:ln>
        </p:spPr>
        <p:txBody>
          <a:bodyPr numCol="1" spcCol="0"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a:t>
            </a:r>
            <a:r>
              <a:rPr lang="en-US" sz="4400" b="0" u="none" strike="noStrike">
                <a:solidFill>
                  <a:schemeClr val="dk1"/>
                </a:solidFill>
                <a:effectLst/>
                <a:uFillTx/>
                <a:latin typeface="TradeGothic"/>
                <a:ea typeface="ＭＳ Ｐゴシック"/>
              </a:rPr>
              <a:t>ic</a:t>
            </a:r>
            <a:r>
              <a:rPr lang="en-US" sz="4400" b="0" u="none" strike="noStrike">
                <a:solidFill>
                  <a:schemeClr val="dk1"/>
                </a:solidFill>
                <a:effectLst/>
                <a:uFillTx/>
                <a:latin typeface="TradeGothic"/>
                <a:ea typeface="ＭＳ Ｐゴシック"/>
              </a:rPr>
              <a:t>k </a:t>
            </a:r>
            <a:r>
              <a:rPr lang="en-US" sz="4400" b="0" u="none" strike="noStrike">
                <a:solidFill>
                  <a:schemeClr val="dk1"/>
                </a:solidFill>
                <a:effectLst/>
                <a:uFillTx/>
                <a:latin typeface="TradeGothic"/>
                <a:ea typeface="ＭＳ Ｐゴシック"/>
              </a:rPr>
              <a:t>to </a:t>
            </a:r>
            <a:r>
              <a:rPr lang="en-US" sz="4400" b="0" u="none" strike="noStrike">
                <a:solidFill>
                  <a:schemeClr val="dk1"/>
                </a:solidFill>
                <a:effectLst/>
                <a:uFillTx/>
                <a:latin typeface="TradeGothic"/>
                <a:ea typeface="ＭＳ Ｐゴシック"/>
              </a:rPr>
              <a:t>e</a:t>
            </a:r>
            <a:r>
              <a:rPr lang="en-US" sz="4400" b="0" u="none" strike="noStrike">
                <a:solidFill>
                  <a:schemeClr val="dk1"/>
                </a:solidFill>
                <a:effectLst/>
                <a:uFillTx/>
                <a:latin typeface="TradeGothic"/>
                <a:ea typeface="ＭＳ Ｐゴシック"/>
              </a:rPr>
              <a:t>di</a:t>
            </a:r>
            <a:r>
              <a:rPr lang="en-US" sz="4400" b="0" u="none" strike="noStrike">
                <a:solidFill>
                  <a:schemeClr val="dk1"/>
                </a:solidFill>
                <a:effectLst/>
                <a:uFillTx/>
                <a:latin typeface="TradeGothic"/>
                <a:ea typeface="ＭＳ Ｐゴシック"/>
              </a:rPr>
              <a:t>t </a:t>
            </a:r>
            <a:r>
              <a:rPr lang="en-US" sz="4400" b="0" u="none" strike="noStrike">
                <a:solidFill>
                  <a:schemeClr val="dk1"/>
                </a:solidFill>
                <a:effectLst/>
                <a:uFillTx/>
                <a:latin typeface="TradeGothic"/>
                <a:ea typeface="ＭＳ Ｐゴシック"/>
              </a:rPr>
              <a:t>M</a:t>
            </a:r>
            <a:r>
              <a:rPr lang="en-US" sz="4400" b="0" u="none" strike="noStrike">
                <a:solidFill>
                  <a:schemeClr val="dk1"/>
                </a:solidFill>
                <a:effectLst/>
                <a:uFillTx/>
                <a:latin typeface="TradeGothic"/>
                <a:ea typeface="ＭＳ Ｐゴシック"/>
              </a:rPr>
              <a:t>as</a:t>
            </a:r>
            <a:r>
              <a:rPr lang="en-US" sz="4400" b="0" u="none" strike="noStrike">
                <a:solidFill>
                  <a:schemeClr val="dk1"/>
                </a:solidFill>
                <a:effectLst/>
                <a:uFillTx/>
                <a:latin typeface="TradeGothic"/>
                <a:ea typeface="ＭＳ Ｐゴシック"/>
              </a:rPr>
              <a:t>te</a:t>
            </a:r>
            <a:r>
              <a:rPr lang="en-US" sz="4400" b="0" u="none" strike="noStrike">
                <a:solidFill>
                  <a:schemeClr val="dk1"/>
                </a:solidFill>
                <a:effectLst/>
                <a:uFillTx/>
                <a:latin typeface="TradeGothic"/>
                <a:ea typeface="ＭＳ Ｐゴシック"/>
              </a:rPr>
              <a:t>r </a:t>
            </a:r>
            <a:r>
              <a:rPr lang="en-US" sz="4400" b="0" u="none" strike="noStrike">
                <a:solidFill>
                  <a:schemeClr val="dk1"/>
                </a:solidFill>
                <a:effectLst/>
                <a:uFillTx/>
                <a:latin typeface="TradeGothic"/>
                <a:ea typeface="ＭＳ Ｐゴシック"/>
              </a:rPr>
              <a:t>tit</a:t>
            </a:r>
            <a:r>
              <a:rPr lang="en-US" sz="4400" b="0" u="none" strike="noStrike">
                <a:solidFill>
                  <a:schemeClr val="dk1"/>
                </a:solidFill>
                <a:effectLst/>
                <a:uFillTx/>
                <a:latin typeface="TradeGothic"/>
                <a:ea typeface="ＭＳ Ｐゴシック"/>
              </a:rPr>
              <a:t>le </a:t>
            </a:r>
            <a:r>
              <a:rPr lang="en-US" sz="4400" b="0" u="none" strike="noStrike">
                <a:solidFill>
                  <a:schemeClr val="dk1"/>
                </a:solidFill>
                <a:effectLst/>
                <a:uFillTx/>
                <a:latin typeface="TradeGothic"/>
                <a:ea typeface="ＭＳ Ｐゴシック"/>
              </a:rPr>
              <a:t>st</a:t>
            </a:r>
            <a:r>
              <a:rPr lang="en-US" sz="4400" b="0" u="none" strike="noStrike">
                <a:solidFill>
                  <a:schemeClr val="dk1"/>
                </a:solidFill>
                <a:effectLst/>
                <a:uFillTx/>
                <a:latin typeface="TradeGothic"/>
                <a:ea typeface="ＭＳ Ｐゴシック"/>
              </a:rPr>
              <a:t>yl</a:t>
            </a:r>
            <a:r>
              <a:rPr lang="en-US" sz="4400" b="0" u="none" strike="noStrike">
                <a:solidFill>
                  <a:schemeClr val="dk1"/>
                </a:solidFill>
                <a:effectLst/>
                <a:uFillTx/>
                <a:latin typeface="TradeGothic"/>
                <a:ea typeface="ＭＳ Ｐゴシック"/>
              </a:rPr>
              <a:t>e</a:t>
            </a:r>
            <a:endParaRPr lang="en-US" sz="4400" b="0" u="none" strike="noStrike">
              <a:solidFill>
                <a:schemeClr val="dk1"/>
              </a:solidFill>
              <a:effectLst/>
              <a:uFillTx/>
              <a:latin typeface="TradeGothic"/>
            </a:endParaRPr>
          </a:p>
        </p:txBody>
      </p:sp>
      <p:sp>
        <p:nvSpPr>
          <p:cNvPr id="3" name="PlaceHolder 2"/>
          <p:cNvSpPr>
            <a:spLocks noGrp="1"/>
          </p:cNvSpPr>
          <p:nvPr>
            <p:ph type="body"/>
          </p:nvPr>
        </p:nvSpPr>
        <p:spPr>
          <a:xfrm>
            <a:off x="609480" y="274680"/>
            <a:ext cx="8025120" cy="5850000"/>
          </a:xfrm>
          <a:prstGeom prst="rect">
            <a:avLst/>
          </a:prstGeom>
          <a:noFill/>
          <a:ln w="9360">
            <a:noFill/>
          </a:ln>
        </p:spPr>
        <p:txBody>
          <a:bodyPr numCol="1" spcCol="0"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TradeGothic"/>
                <a:ea typeface="ＭＳ Ｐゴシック"/>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TradeGothic"/>
                <a:ea typeface="ＭＳ Ｐゴシック"/>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TradeGothic"/>
                <a:ea typeface="ＭＳ Ｐゴシック"/>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4" name="PlaceHolder 3"/>
          <p:cNvSpPr>
            <a:spLocks noGrp="1"/>
          </p:cNvSpPr>
          <p:nvPr>
            <p:ph type="dt" idx="1"/>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5" name="PlaceHolder 4"/>
          <p:cNvSpPr>
            <a:spLocks noGrp="1"/>
          </p:cNvSpPr>
          <p:nvPr>
            <p:ph type="ftr" idx="2"/>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DECEC293-5C39-46D3-8913-6504E5647B21}"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47520"/>
            <a:ext cx="10971360" cy="1141560"/>
          </a:xfrm>
          <a:prstGeom prst="rect">
            <a:avLst/>
          </a:prstGeom>
          <a:noFill/>
          <a:ln w="9360">
            <a:noFill/>
          </a:ln>
        </p:spPr>
        <p:txBody>
          <a:bodyPr numCol="1" spcCol="0"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TradeGothic"/>
            </a:endParaRPr>
          </a:p>
        </p:txBody>
      </p:sp>
      <p:sp>
        <p:nvSpPr>
          <p:cNvPr id="8" name="PlaceHolder 2"/>
          <p:cNvSpPr>
            <a:spLocks noGrp="1"/>
          </p:cNvSpPr>
          <p:nvPr>
            <p:ph type="body"/>
          </p:nvPr>
        </p:nvSpPr>
        <p:spPr>
          <a:xfrm>
            <a:off x="609480" y="1095480"/>
            <a:ext cx="10971360" cy="5029200"/>
          </a:xfrm>
          <a:prstGeom prst="rect">
            <a:avLst/>
          </a:prstGeom>
          <a:noFill/>
          <a:ln w="9360">
            <a:noFill/>
          </a:ln>
        </p:spPr>
        <p:txBody>
          <a:bodyPr numCol="1" spcCol="0"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TradeGothic"/>
                <a:ea typeface="ＭＳ Ｐゴシック"/>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TradeGothic"/>
                <a:ea typeface="ＭＳ Ｐゴシック"/>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TradeGothic"/>
                <a:ea typeface="ＭＳ Ｐゴシック"/>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9" name="PlaceHolder 3"/>
          <p:cNvSpPr>
            <a:spLocks noGrp="1"/>
          </p:cNvSpPr>
          <p:nvPr>
            <p:ph type="dt" idx="4"/>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1E095ADD-0FD5-4DB9-A063-933A8F115A40}"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63000" y="4406760"/>
            <a:ext cx="10361880" cy="1360800"/>
          </a:xfrm>
          <a:prstGeom prst="rect">
            <a:avLst/>
          </a:prstGeom>
          <a:noFill/>
          <a:ln w="9360">
            <a:noFill/>
          </a:ln>
        </p:spPr>
        <p:txBody>
          <a:bodyPr numCol="1" spcCol="0"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TradeGothic"/>
                <a:ea typeface="ＭＳ Ｐゴシック"/>
              </a:defRPr>
            </a:lvl1pPr>
          </a:lstStyle>
          <a:p>
            <a:pPr indent="0" algn="l" defTabSz="457200">
              <a:lnSpc>
                <a:spcPct val="100000"/>
              </a:lnSpc>
              <a:buNone/>
              <a:tabLst>
                <a:tab pos="0" algn="l"/>
              </a:tabLst>
            </a:pPr>
            <a:r>
              <a:rPr lang="en-US" sz="4000" b="1" u="none" strike="noStrike" cap="all">
                <a:solidFill>
                  <a:schemeClr val="dk1"/>
                </a:solidFill>
                <a:effectLst/>
                <a:uFillTx/>
                <a:latin typeface="TradeGothic"/>
                <a:ea typeface="ＭＳ Ｐゴシック"/>
              </a:rPr>
              <a:t>Click to edit Master title style</a:t>
            </a:r>
            <a:endParaRPr lang="en-US" sz="4000" b="1" u="none" strike="noStrike" cap="all">
              <a:solidFill>
                <a:schemeClr val="dk1"/>
              </a:solidFill>
              <a:effectLst/>
              <a:uFillTx/>
              <a:latin typeface="TradeGothic"/>
            </a:endParaRPr>
          </a:p>
        </p:txBody>
      </p:sp>
      <p:sp>
        <p:nvSpPr>
          <p:cNvPr id="13" name="PlaceHolder 2"/>
          <p:cNvSpPr>
            <a:spLocks noGrp="1"/>
          </p:cNvSpPr>
          <p:nvPr>
            <p:ph type="body"/>
          </p:nvPr>
        </p:nvSpPr>
        <p:spPr>
          <a:xfrm>
            <a:off x="963000" y="2906640"/>
            <a:ext cx="10361880" cy="1498680"/>
          </a:xfrm>
          <a:prstGeom prst="rect">
            <a:avLst/>
          </a:prstGeom>
          <a:noFill/>
          <a:ln w="9360">
            <a:noFill/>
          </a:ln>
        </p:spPr>
        <p:txBody>
          <a:bodyPr numCol="1" spcCol="0"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TradeGothic"/>
                <a:ea typeface="ＭＳ Ｐゴシック"/>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TradeGothic"/>
                <a:ea typeface="ＭＳ Ｐゴシック"/>
              </a:rPr>
              <a:t>Click to edit Master text styles</a:t>
            </a:r>
            <a:endParaRPr lang="en-US" sz="2000" b="0" u="none" strike="noStrike">
              <a:solidFill>
                <a:schemeClr val="dk1">
                  <a:tint val="75000"/>
                </a:schemeClr>
              </a:solidFill>
              <a:effectLst/>
              <a:uFillTx/>
              <a:latin typeface="TradeGothic"/>
            </a:endParaRPr>
          </a:p>
        </p:txBody>
      </p:sp>
      <p:sp>
        <p:nvSpPr>
          <p:cNvPr id="14" name="PlaceHolder 3"/>
          <p:cNvSpPr>
            <a:spLocks noGrp="1"/>
          </p:cNvSpPr>
          <p:nvPr>
            <p:ph type="dt" idx="7"/>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9F70C40E-5BB9-4047-B578-9A03677CE99B}"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47520"/>
            <a:ext cx="10971360" cy="1141560"/>
          </a:xfrm>
          <a:prstGeom prst="rect">
            <a:avLst/>
          </a:prstGeom>
          <a:noFill/>
          <a:ln w="9360">
            <a:noFill/>
          </a:ln>
        </p:spPr>
        <p:txBody>
          <a:bodyPr numCol="1" spcCol="0"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TradeGothic"/>
            </a:endParaRPr>
          </a:p>
        </p:txBody>
      </p:sp>
      <p:sp>
        <p:nvSpPr>
          <p:cNvPr id="18" name="PlaceHolder 2"/>
          <p:cNvSpPr>
            <a:spLocks noGrp="1"/>
          </p:cNvSpPr>
          <p:nvPr>
            <p:ph type="body"/>
          </p:nvPr>
        </p:nvSpPr>
        <p:spPr>
          <a:xfrm>
            <a:off x="609480" y="1600200"/>
            <a:ext cx="5383440" cy="4524480"/>
          </a:xfrm>
          <a:prstGeom prst="rect">
            <a:avLst/>
          </a:prstGeom>
          <a:noFill/>
          <a:ln w="9360">
            <a:noFill/>
          </a:ln>
        </p:spPr>
        <p:txBody>
          <a:bodyPr numCol="1" spcCol="0"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TradeGothic"/>
                <a:ea typeface="ＭＳ Ｐゴシック"/>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TradeGothic"/>
                <a:ea typeface="ＭＳ Ｐゴシック"/>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TradeGothic"/>
                <a:ea typeface="ＭＳ Ｐゴシック"/>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Click to edit Master text styles</a:t>
            </a:r>
            <a:endParaRPr lang="en-US" sz="2800" b="0" u="none" strike="noStrike">
              <a:solidFill>
                <a:schemeClr val="dk1"/>
              </a:solidFill>
              <a:effectLst/>
              <a:uFillTx/>
              <a:latin typeface="TradeGothic"/>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Second level</a:t>
            </a:r>
            <a:endParaRPr lang="en-US" sz="2400" b="0" u="none" strike="noStrike">
              <a:solidFill>
                <a:schemeClr val="dk1"/>
              </a:solidFill>
              <a:effectLst/>
              <a:uFillTx/>
              <a:latin typeface="TradeGothic"/>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Third level</a:t>
            </a:r>
            <a:endParaRPr lang="en-US" sz="2000" b="0" u="none" strike="noStrike">
              <a:solidFill>
                <a:schemeClr val="dk1"/>
              </a:solidFill>
              <a:effectLst/>
              <a:uFillTx/>
              <a:latin typeface="TradeGothic"/>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Fourth level</a:t>
            </a:r>
            <a:endParaRPr lang="en-US" sz="1800" b="0" u="none" strike="noStrike">
              <a:solidFill>
                <a:schemeClr val="dk1"/>
              </a:solidFill>
              <a:effectLst/>
              <a:uFillTx/>
              <a:latin typeface="TradeGothic"/>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Fifth level</a:t>
            </a:r>
            <a:endParaRPr lang="en-US" sz="1800" b="0" u="none" strike="noStrike">
              <a:solidFill>
                <a:schemeClr val="dk1"/>
              </a:solidFill>
              <a:effectLst/>
              <a:uFillTx/>
              <a:latin typeface="TradeGothic"/>
            </a:endParaRPr>
          </a:p>
        </p:txBody>
      </p:sp>
      <p:sp>
        <p:nvSpPr>
          <p:cNvPr id="19" name="PlaceHolder 3"/>
          <p:cNvSpPr>
            <a:spLocks noGrp="1"/>
          </p:cNvSpPr>
          <p:nvPr>
            <p:ph type="body"/>
          </p:nvPr>
        </p:nvSpPr>
        <p:spPr>
          <a:xfrm>
            <a:off x="6197760" y="1600200"/>
            <a:ext cx="5383440" cy="4524480"/>
          </a:xfrm>
          <a:prstGeom prst="rect">
            <a:avLst/>
          </a:prstGeom>
          <a:noFill/>
          <a:ln w="9360">
            <a:noFill/>
          </a:ln>
        </p:spPr>
        <p:txBody>
          <a:bodyPr numCol="1" spcCol="0"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TradeGothic"/>
                <a:ea typeface="ＭＳ Ｐゴシック"/>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TradeGothic"/>
                <a:ea typeface="ＭＳ Ｐゴシック"/>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TradeGothic"/>
                <a:ea typeface="ＭＳ Ｐゴシック"/>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Click to edit Master text styles</a:t>
            </a:r>
            <a:endParaRPr lang="en-US" sz="2800" b="0" u="none" strike="noStrike">
              <a:solidFill>
                <a:schemeClr val="dk1"/>
              </a:solidFill>
              <a:effectLst/>
              <a:uFillTx/>
              <a:latin typeface="TradeGothic"/>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Second level</a:t>
            </a:r>
            <a:endParaRPr lang="en-US" sz="2400" b="0" u="none" strike="noStrike">
              <a:solidFill>
                <a:schemeClr val="dk1"/>
              </a:solidFill>
              <a:effectLst/>
              <a:uFillTx/>
              <a:latin typeface="TradeGothic"/>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Third level</a:t>
            </a:r>
            <a:endParaRPr lang="en-US" sz="2000" b="0" u="none" strike="noStrike">
              <a:solidFill>
                <a:schemeClr val="dk1"/>
              </a:solidFill>
              <a:effectLst/>
              <a:uFillTx/>
              <a:latin typeface="TradeGothic"/>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Fourth level</a:t>
            </a:r>
            <a:endParaRPr lang="en-US" sz="1800" b="0" u="none" strike="noStrike">
              <a:solidFill>
                <a:schemeClr val="dk1"/>
              </a:solidFill>
              <a:effectLst/>
              <a:uFillTx/>
              <a:latin typeface="TradeGothic"/>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Fifth level</a:t>
            </a:r>
            <a:endParaRPr lang="en-US" sz="1800" b="0" u="none" strike="noStrike">
              <a:solidFill>
                <a:schemeClr val="dk1"/>
              </a:solidFill>
              <a:effectLst/>
              <a:uFillTx/>
              <a:latin typeface="TradeGothic"/>
            </a:endParaRPr>
          </a:p>
        </p:txBody>
      </p:sp>
      <p:sp>
        <p:nvSpPr>
          <p:cNvPr id="20" name="PlaceHolder 4"/>
          <p:cNvSpPr>
            <a:spLocks noGrp="1"/>
          </p:cNvSpPr>
          <p:nvPr>
            <p:ph type="dt" idx="10"/>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21" name="PlaceHolder 5"/>
          <p:cNvSpPr>
            <a:spLocks noGrp="1"/>
          </p:cNvSpPr>
          <p:nvPr>
            <p:ph type="ftr" idx="11"/>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6CB68054-F6C8-44AD-8B60-19735A556E86}"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47520"/>
            <a:ext cx="10971360" cy="1141560"/>
          </a:xfrm>
          <a:prstGeom prst="rect">
            <a:avLst/>
          </a:prstGeom>
          <a:noFill/>
          <a:ln w="9360">
            <a:noFill/>
          </a:ln>
        </p:spPr>
        <p:txBody>
          <a:bodyPr numCol="1" spcCol="0"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TradeGothic"/>
            </a:endParaRPr>
          </a:p>
        </p:txBody>
      </p:sp>
      <p:sp>
        <p:nvSpPr>
          <p:cNvPr id="24" name="PlaceHolder 2"/>
          <p:cNvSpPr>
            <a:spLocks noGrp="1"/>
          </p:cNvSpPr>
          <p:nvPr>
            <p:ph type="body"/>
          </p:nvPr>
        </p:nvSpPr>
        <p:spPr>
          <a:xfrm>
            <a:off x="609480" y="1535040"/>
            <a:ext cx="5385600" cy="638280"/>
          </a:xfrm>
          <a:prstGeom prst="rect">
            <a:avLst/>
          </a:prstGeom>
          <a:noFill/>
          <a:ln w="9360">
            <a:noFill/>
          </a:ln>
        </p:spPr>
        <p:txBody>
          <a:bodyPr numCol="1" spcCol="0"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TradeGothic"/>
                <a:ea typeface="ＭＳ Ｐゴシック"/>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p:txBody>
      </p:sp>
      <p:sp>
        <p:nvSpPr>
          <p:cNvPr id="25" name="PlaceHolder 3"/>
          <p:cNvSpPr>
            <a:spLocks noGrp="1"/>
          </p:cNvSpPr>
          <p:nvPr>
            <p:ph type="body"/>
          </p:nvPr>
        </p:nvSpPr>
        <p:spPr>
          <a:xfrm>
            <a:off x="609480" y="2174760"/>
            <a:ext cx="5385600" cy="3949920"/>
          </a:xfrm>
          <a:prstGeom prst="rect">
            <a:avLst/>
          </a:prstGeom>
          <a:noFill/>
          <a:ln w="9360">
            <a:noFill/>
          </a:ln>
        </p:spPr>
        <p:txBody>
          <a:bodyPr numCol="1" spcCol="0"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TradeGothic"/>
                <a:ea typeface="ＭＳ Ｐゴシック"/>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TradeGothic"/>
                <a:ea typeface="ＭＳ Ｐゴシック"/>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TradeGothic"/>
                <a:ea typeface="ＭＳ Ｐゴシック"/>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TradeGothic"/>
                <a:ea typeface="ＭＳ Ｐゴシック"/>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TradeGothic"/>
                <a:ea typeface="ＭＳ Ｐゴシック"/>
              </a:rPr>
              <a:t>Second level</a:t>
            </a:r>
            <a:endParaRPr lang="en-US" sz="2000" b="0" u="none" strike="noStrike">
              <a:solidFill>
                <a:schemeClr val="dk1"/>
              </a:solidFill>
              <a:effectLst/>
              <a:uFillTx/>
              <a:latin typeface="TradeGothic"/>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TradeGothic"/>
                <a:ea typeface="ＭＳ Ｐゴシック"/>
              </a:rPr>
              <a:t>Third level</a:t>
            </a:r>
            <a:endParaRPr lang="en-US" sz="1800" b="0" u="none" strike="noStrike">
              <a:solidFill>
                <a:schemeClr val="dk1"/>
              </a:solidFill>
              <a:effectLst/>
              <a:uFillTx/>
              <a:latin typeface="TradeGothic"/>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TradeGothic"/>
                <a:ea typeface="ＭＳ Ｐゴシック"/>
              </a:rPr>
              <a:t>Fourth level</a:t>
            </a:r>
            <a:endParaRPr lang="en-US" sz="1600" b="0" u="none" strike="noStrike">
              <a:solidFill>
                <a:schemeClr val="dk1"/>
              </a:solidFill>
              <a:effectLst/>
              <a:uFillTx/>
              <a:latin typeface="TradeGothic"/>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TradeGothic"/>
                <a:ea typeface="ＭＳ Ｐゴシック"/>
              </a:rPr>
              <a:t>Fifth level</a:t>
            </a:r>
            <a:endParaRPr lang="en-US" sz="1600" b="0" u="none" strike="noStrike">
              <a:solidFill>
                <a:schemeClr val="dk1"/>
              </a:solidFill>
              <a:effectLst/>
              <a:uFillTx/>
              <a:latin typeface="TradeGothic"/>
            </a:endParaRPr>
          </a:p>
        </p:txBody>
      </p:sp>
      <p:sp>
        <p:nvSpPr>
          <p:cNvPr id="26" name="PlaceHolder 4"/>
          <p:cNvSpPr>
            <a:spLocks noGrp="1"/>
          </p:cNvSpPr>
          <p:nvPr>
            <p:ph type="body"/>
          </p:nvPr>
        </p:nvSpPr>
        <p:spPr>
          <a:xfrm>
            <a:off x="6193440" y="1535040"/>
            <a:ext cx="5387760" cy="638280"/>
          </a:xfrm>
          <a:prstGeom prst="rect">
            <a:avLst/>
          </a:prstGeom>
          <a:noFill/>
          <a:ln w="9360">
            <a:noFill/>
          </a:ln>
        </p:spPr>
        <p:txBody>
          <a:bodyPr numCol="1" spcCol="0"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TradeGothic"/>
                <a:ea typeface="ＭＳ Ｐゴシック"/>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p:txBody>
      </p:sp>
      <p:sp>
        <p:nvSpPr>
          <p:cNvPr id="27" name="PlaceHolder 5"/>
          <p:cNvSpPr>
            <a:spLocks noGrp="1"/>
          </p:cNvSpPr>
          <p:nvPr>
            <p:ph type="body"/>
          </p:nvPr>
        </p:nvSpPr>
        <p:spPr>
          <a:xfrm>
            <a:off x="6193440" y="2174760"/>
            <a:ext cx="5387760" cy="3949920"/>
          </a:xfrm>
          <a:prstGeom prst="rect">
            <a:avLst/>
          </a:prstGeom>
          <a:noFill/>
          <a:ln w="9360">
            <a:noFill/>
          </a:ln>
        </p:spPr>
        <p:txBody>
          <a:bodyPr numCol="1" spcCol="0"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TradeGothic"/>
                <a:ea typeface="ＭＳ Ｐゴシック"/>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TradeGothic"/>
                <a:ea typeface="ＭＳ Ｐゴシック"/>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TradeGothic"/>
                <a:ea typeface="ＭＳ Ｐゴシック"/>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TradeGothic"/>
                <a:ea typeface="ＭＳ Ｐゴシック"/>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TradeGothic"/>
                <a:ea typeface="ＭＳ Ｐゴシック"/>
              </a:rPr>
              <a:t>Click to edit Master text styles</a:t>
            </a:r>
            <a:endParaRPr lang="en-US" sz="2400" b="0" u="none" strike="noStrike">
              <a:solidFill>
                <a:schemeClr val="dk1"/>
              </a:solidFill>
              <a:effectLst/>
              <a:uFillTx/>
              <a:latin typeface="TradeGothic"/>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TradeGothic"/>
                <a:ea typeface="ＭＳ Ｐゴシック"/>
              </a:rPr>
              <a:t>Second level</a:t>
            </a:r>
            <a:endParaRPr lang="en-US" sz="2000" b="0" u="none" strike="noStrike">
              <a:solidFill>
                <a:schemeClr val="dk1"/>
              </a:solidFill>
              <a:effectLst/>
              <a:uFillTx/>
              <a:latin typeface="TradeGothic"/>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TradeGothic"/>
                <a:ea typeface="ＭＳ Ｐゴシック"/>
              </a:rPr>
              <a:t>Third level</a:t>
            </a:r>
            <a:endParaRPr lang="en-US" sz="1800" b="0" u="none" strike="noStrike">
              <a:solidFill>
                <a:schemeClr val="dk1"/>
              </a:solidFill>
              <a:effectLst/>
              <a:uFillTx/>
              <a:latin typeface="TradeGothic"/>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TradeGothic"/>
                <a:ea typeface="ＭＳ Ｐゴシック"/>
              </a:rPr>
              <a:t>Fourth level</a:t>
            </a:r>
            <a:endParaRPr lang="en-US" sz="1600" b="0" u="none" strike="noStrike">
              <a:solidFill>
                <a:schemeClr val="dk1"/>
              </a:solidFill>
              <a:effectLst/>
              <a:uFillTx/>
              <a:latin typeface="TradeGothic"/>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TradeGothic"/>
                <a:ea typeface="ＭＳ Ｐゴシック"/>
              </a:rPr>
              <a:t>Fifth level</a:t>
            </a:r>
            <a:endParaRPr lang="en-US" sz="1600" b="0" u="none" strike="noStrike">
              <a:solidFill>
                <a:schemeClr val="dk1"/>
              </a:solidFill>
              <a:effectLst/>
              <a:uFillTx/>
              <a:latin typeface="TradeGothic"/>
            </a:endParaRPr>
          </a:p>
        </p:txBody>
      </p:sp>
      <p:sp>
        <p:nvSpPr>
          <p:cNvPr id="28" name="PlaceHolder 6"/>
          <p:cNvSpPr>
            <a:spLocks noGrp="1"/>
          </p:cNvSpPr>
          <p:nvPr>
            <p:ph type="dt" idx="13"/>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29" name="PlaceHolder 7"/>
          <p:cNvSpPr>
            <a:spLocks noGrp="1"/>
          </p:cNvSpPr>
          <p:nvPr>
            <p:ph type="ftr" idx="14"/>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CB998159-735B-4A00-8E59-5D56CF91C406}"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47520"/>
            <a:ext cx="10971360" cy="1141560"/>
          </a:xfrm>
          <a:prstGeom prst="rect">
            <a:avLst/>
          </a:prstGeom>
          <a:noFill/>
          <a:ln w="9360">
            <a:noFill/>
          </a:ln>
        </p:spPr>
        <p:txBody>
          <a:bodyPr numCol="1" spcCol="0"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TradeGothic"/>
            </a:endParaRPr>
          </a:p>
        </p:txBody>
      </p:sp>
      <p:sp>
        <p:nvSpPr>
          <p:cNvPr id="32" name="PlaceHolder 2"/>
          <p:cNvSpPr>
            <a:spLocks noGrp="1"/>
          </p:cNvSpPr>
          <p:nvPr>
            <p:ph type="dt" idx="16"/>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33" name="PlaceHolder 3"/>
          <p:cNvSpPr>
            <a:spLocks noGrp="1"/>
          </p:cNvSpPr>
          <p:nvPr>
            <p:ph type="ftr" idx="17"/>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23CBD088-06AA-424B-A25A-4BB810200D66}"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36" name="PlaceHolder 2"/>
          <p:cNvSpPr>
            <a:spLocks noGrp="1"/>
          </p:cNvSpPr>
          <p:nvPr>
            <p:ph type="ftr" idx="20"/>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9E4A77E8-8F05-4C03-B596-CDCEE278992A}"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2880"/>
            <a:ext cx="4009680" cy="1160640"/>
          </a:xfrm>
          <a:prstGeom prst="rect">
            <a:avLst/>
          </a:prstGeom>
          <a:noFill/>
          <a:ln w="9360">
            <a:noFill/>
          </a:ln>
        </p:spPr>
        <p:txBody>
          <a:bodyPr numCol="1" spcCol="0"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TradeGothic"/>
                <a:ea typeface="ＭＳ Ｐゴシック"/>
              </a:defRPr>
            </a:lvl1pPr>
          </a:lstStyle>
          <a:p>
            <a:pPr indent="0" algn="l" defTabSz="457200">
              <a:lnSpc>
                <a:spcPct val="100000"/>
              </a:lnSpc>
              <a:buNone/>
              <a:tabLst>
                <a:tab pos="0" algn="l"/>
              </a:tabLst>
            </a:pPr>
            <a:r>
              <a:rPr lang="en-US" sz="2000" b="1" u="none" strike="noStrike">
                <a:solidFill>
                  <a:schemeClr val="dk1"/>
                </a:solidFill>
                <a:effectLst/>
                <a:uFillTx/>
                <a:latin typeface="TradeGothic"/>
                <a:ea typeface="ＭＳ Ｐゴシック"/>
              </a:rPr>
              <a:t>Click to edit Master title style</a:t>
            </a:r>
            <a:endParaRPr lang="en-US" sz="2000" b="1" u="none" strike="noStrike">
              <a:solidFill>
                <a:schemeClr val="dk1"/>
              </a:solidFill>
              <a:effectLst/>
              <a:uFillTx/>
              <a:latin typeface="TradeGothic"/>
            </a:endParaRPr>
          </a:p>
        </p:txBody>
      </p:sp>
      <p:sp>
        <p:nvSpPr>
          <p:cNvPr id="39" name="PlaceHolder 2"/>
          <p:cNvSpPr>
            <a:spLocks noGrp="1"/>
          </p:cNvSpPr>
          <p:nvPr>
            <p:ph type="body"/>
          </p:nvPr>
        </p:nvSpPr>
        <p:spPr>
          <a:xfrm>
            <a:off x="4766760" y="272880"/>
            <a:ext cx="6814080" cy="5851800"/>
          </a:xfrm>
          <a:prstGeom prst="rect">
            <a:avLst/>
          </a:prstGeom>
          <a:noFill/>
          <a:ln w="9360">
            <a:noFill/>
          </a:ln>
        </p:spPr>
        <p:txBody>
          <a:bodyPr numCol="1" spcCol="0"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TradeGothic"/>
                <a:ea typeface="ＭＳ Ｐゴシック"/>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TradeGothic"/>
                <a:ea typeface="ＭＳ Ｐゴシック"/>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TradeGothic"/>
                <a:ea typeface="ＭＳ Ｐゴシック"/>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40" name="PlaceHolder 3"/>
          <p:cNvSpPr>
            <a:spLocks noGrp="1"/>
          </p:cNvSpPr>
          <p:nvPr>
            <p:ph type="body"/>
          </p:nvPr>
        </p:nvSpPr>
        <p:spPr>
          <a:xfrm>
            <a:off x="609480" y="1434960"/>
            <a:ext cx="4009680" cy="4689720"/>
          </a:xfrm>
          <a:prstGeom prst="rect">
            <a:avLst/>
          </a:prstGeom>
          <a:noFill/>
          <a:ln w="9360">
            <a:noFill/>
          </a:ln>
        </p:spPr>
        <p:txBody>
          <a:bodyPr numCol="1" spcCol="0"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TradeGothic"/>
                <a:ea typeface="ＭＳ Ｐゴシック"/>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TradeGothic"/>
                <a:ea typeface="ＭＳ Ｐゴシック"/>
              </a:rPr>
              <a:t>Click to edit Master text styles</a:t>
            </a:r>
            <a:endParaRPr lang="en-US" sz="1400" b="0" u="none" strike="noStrike">
              <a:solidFill>
                <a:schemeClr val="dk1"/>
              </a:solidFill>
              <a:effectLst/>
              <a:uFillTx/>
              <a:latin typeface="TradeGothic"/>
            </a:endParaRPr>
          </a:p>
        </p:txBody>
      </p:sp>
      <p:sp>
        <p:nvSpPr>
          <p:cNvPr id="41" name="PlaceHolder 4"/>
          <p:cNvSpPr>
            <a:spLocks noGrp="1"/>
          </p:cNvSpPr>
          <p:nvPr>
            <p:ph type="dt" idx="22"/>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42" name="PlaceHolder 5"/>
          <p:cNvSpPr>
            <a:spLocks noGrp="1"/>
          </p:cNvSpPr>
          <p:nvPr>
            <p:ph type="ftr" idx="23"/>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0F7D55F4-1882-4F6F-BB75-14DA35FAE73F}"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2389680" y="4800600"/>
            <a:ext cx="7313760" cy="565200"/>
          </a:xfrm>
          <a:prstGeom prst="rect">
            <a:avLst/>
          </a:prstGeom>
          <a:noFill/>
          <a:ln w="9360">
            <a:noFill/>
          </a:ln>
        </p:spPr>
        <p:txBody>
          <a:bodyPr numCol="1" spcCol="0"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TradeGothic"/>
                <a:ea typeface="ＭＳ Ｐゴシック"/>
              </a:defRPr>
            </a:lvl1pPr>
          </a:lstStyle>
          <a:p>
            <a:pPr indent="0" algn="l" defTabSz="457200">
              <a:lnSpc>
                <a:spcPct val="100000"/>
              </a:lnSpc>
              <a:buNone/>
              <a:tabLst>
                <a:tab pos="0" algn="l"/>
              </a:tabLst>
            </a:pPr>
            <a:r>
              <a:rPr lang="en-US" sz="2000" b="1" u="none" strike="noStrike">
                <a:solidFill>
                  <a:schemeClr val="dk1"/>
                </a:solidFill>
                <a:effectLst/>
                <a:uFillTx/>
                <a:latin typeface="TradeGothic"/>
                <a:ea typeface="ＭＳ Ｐゴシック"/>
              </a:rPr>
              <a:t>Click to edit Master title style</a:t>
            </a:r>
            <a:endParaRPr lang="en-US" sz="2000" b="1" u="none" strike="noStrike">
              <a:solidFill>
                <a:schemeClr val="dk1"/>
              </a:solidFill>
              <a:effectLst/>
              <a:uFillTx/>
              <a:latin typeface="TradeGothic"/>
            </a:endParaRPr>
          </a:p>
        </p:txBody>
      </p:sp>
      <p:sp>
        <p:nvSpPr>
          <p:cNvPr id="45" name="PlaceHolder 2"/>
          <p:cNvSpPr>
            <a:spLocks noGrp="1"/>
          </p:cNvSpPr>
          <p:nvPr>
            <p:ph type="body"/>
          </p:nvPr>
        </p:nvSpPr>
        <p:spPr>
          <a:xfrm>
            <a:off x="2389680" y="612720"/>
            <a:ext cx="7313760" cy="4113360"/>
          </a:xfrm>
          <a:prstGeom prst="rect">
            <a:avLst/>
          </a:prstGeom>
          <a:noFill/>
          <a:ln w="0">
            <a:noFill/>
          </a:ln>
        </p:spPr>
        <p:txBody>
          <a:bodyPr lIns="90000" tIns="45000" rIns="90000" bIns="45000" anchor="t">
            <a:norm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TradeGothic"/>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TradeGothic"/>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TradeGothic"/>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TradeGothic"/>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TradeGothic"/>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TradeGothic"/>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TradeGothic"/>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TradeGothic"/>
              </a:rPr>
              <a:t>Click to edit the outline text format</a:t>
            </a:r>
            <a:endParaRPr lang="en-US" sz="3200" b="0" u="none" strike="noStrike">
              <a:solidFill>
                <a:schemeClr val="dk1"/>
              </a:solidFill>
              <a:effectLst/>
              <a:uFillTx/>
              <a:latin typeface="TradeGothic"/>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TradeGothic"/>
              </a:rPr>
              <a:t>Second Outline Level</a:t>
            </a:r>
            <a:endParaRPr lang="en-US" sz="3200" b="0" u="none" strike="noStrike">
              <a:solidFill>
                <a:schemeClr val="dk1"/>
              </a:solidFill>
              <a:effectLst/>
              <a:uFillTx/>
              <a:latin typeface="TradeGothic"/>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TradeGothic"/>
              </a:rPr>
              <a:t>Third Outline Level</a:t>
            </a:r>
            <a:endParaRPr lang="en-US" sz="3200" b="0" u="none" strike="noStrike">
              <a:solidFill>
                <a:schemeClr val="dk1"/>
              </a:solidFill>
              <a:effectLst/>
              <a:uFillTx/>
              <a:latin typeface="TradeGothic"/>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TradeGothic"/>
              </a:rPr>
              <a:t>Fourth Outline Level</a:t>
            </a:r>
            <a:endParaRPr lang="en-US" sz="3200" b="0" u="none" strike="noStrike">
              <a:solidFill>
                <a:schemeClr val="dk1"/>
              </a:solidFill>
              <a:effectLst/>
              <a:uFillTx/>
              <a:latin typeface="TradeGothic"/>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TradeGothic"/>
              </a:rPr>
              <a:t>Fifth Outline Level</a:t>
            </a:r>
            <a:endParaRPr lang="en-US" sz="3200" b="0" u="none" strike="noStrike">
              <a:solidFill>
                <a:schemeClr val="dk1"/>
              </a:solidFill>
              <a:effectLst/>
              <a:uFillTx/>
              <a:latin typeface="TradeGothic"/>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TradeGothic"/>
              </a:rPr>
              <a:t>Sixth Outline Level</a:t>
            </a:r>
            <a:endParaRPr lang="en-US" sz="3200" b="0" u="none" strike="noStrike">
              <a:solidFill>
                <a:schemeClr val="dk1"/>
              </a:solidFill>
              <a:effectLst/>
              <a:uFillTx/>
              <a:latin typeface="TradeGothic"/>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TradeGothic"/>
              </a:rPr>
              <a:t>Seventh Outline Level</a:t>
            </a:r>
            <a:endParaRPr lang="en-US" sz="3200" b="0" u="none" strike="noStrike">
              <a:solidFill>
                <a:schemeClr val="dk1"/>
              </a:solidFill>
              <a:effectLst/>
              <a:uFillTx/>
              <a:latin typeface="TradeGothic"/>
            </a:endParaRPr>
          </a:p>
        </p:txBody>
      </p:sp>
      <p:sp>
        <p:nvSpPr>
          <p:cNvPr id="46" name="PlaceHolder 3"/>
          <p:cNvSpPr>
            <a:spLocks noGrp="1"/>
          </p:cNvSpPr>
          <p:nvPr>
            <p:ph type="body"/>
          </p:nvPr>
        </p:nvSpPr>
        <p:spPr>
          <a:xfrm>
            <a:off x="2389680" y="5367240"/>
            <a:ext cx="7313760" cy="803520"/>
          </a:xfrm>
          <a:prstGeom prst="rect">
            <a:avLst/>
          </a:prstGeom>
          <a:noFill/>
          <a:ln w="9360">
            <a:noFill/>
          </a:ln>
        </p:spPr>
        <p:txBody>
          <a:bodyPr numCol="1" spcCol="0"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TradeGothic"/>
                <a:ea typeface="ＭＳ Ｐゴシック"/>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TradeGothic"/>
                <a:ea typeface="ＭＳ Ｐゴシック"/>
              </a:rPr>
              <a:t>Click to edit Master text styles</a:t>
            </a:r>
            <a:endParaRPr lang="en-US" sz="1400" b="0" u="none" strike="noStrike">
              <a:solidFill>
                <a:schemeClr val="dk1"/>
              </a:solidFill>
              <a:effectLst/>
              <a:uFillTx/>
              <a:latin typeface="TradeGothic"/>
            </a:endParaRPr>
          </a:p>
        </p:txBody>
      </p:sp>
      <p:sp>
        <p:nvSpPr>
          <p:cNvPr id="47" name="PlaceHolder 4"/>
          <p:cNvSpPr>
            <a:spLocks noGrp="1"/>
          </p:cNvSpPr>
          <p:nvPr>
            <p:ph type="dt" idx="25"/>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48" name="PlaceHolder 5"/>
          <p:cNvSpPr>
            <a:spLocks noGrp="1"/>
          </p:cNvSpPr>
          <p:nvPr>
            <p:ph type="ftr" idx="26"/>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E1D09453-9A54-4E8F-9EAD-A698DE24574F}"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914400" y="2130480"/>
            <a:ext cx="10361880" cy="1468440"/>
          </a:xfrm>
          <a:prstGeom prst="rect">
            <a:avLst/>
          </a:prstGeom>
          <a:noFill/>
          <a:ln w="9360">
            <a:noFill/>
          </a:ln>
        </p:spPr>
        <p:txBody>
          <a:bodyPr numCol="1" spcCol="0"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TradeGothic"/>
            </a:endParaRPr>
          </a:p>
        </p:txBody>
      </p:sp>
      <p:sp>
        <p:nvSpPr>
          <p:cNvPr id="51" name="PlaceHolder 2"/>
          <p:cNvSpPr>
            <a:spLocks noGrp="1"/>
          </p:cNvSpPr>
          <p:nvPr>
            <p:ph type="dt" idx="28"/>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52" name="PlaceHolder 3"/>
          <p:cNvSpPr>
            <a:spLocks noGrp="1"/>
          </p:cNvSpPr>
          <p:nvPr>
            <p:ph type="ftr" idx="29"/>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53" name="PlaceHolder 4"/>
          <p:cNvSpPr>
            <a:spLocks noGrp="1"/>
          </p:cNvSpPr>
          <p:nvPr>
            <p:ph type="sldNum" idx="30"/>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C753BA5C-0330-425E-9178-A24AA2AE5575}"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
        <p:nvSpPr>
          <p:cNvPr id="54" name="PlaceHolder 5"/>
          <p:cNvSpPr>
            <a:spLocks noGrp="1"/>
          </p:cNvSpPr>
          <p:nvPr>
            <p:ph type="body"/>
          </p:nvPr>
        </p:nvSpPr>
        <p:spPr>
          <a:xfrm>
            <a:off x="609480" y="1604520"/>
            <a:ext cx="10971360" cy="39762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TradeGothic"/>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TradeGothic"/>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TradeGothic"/>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TradeGothic"/>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TradeGothic"/>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radeGothic"/>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radeGothic"/>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rPr>
              <a:t>Click to edit the outline text format</a:t>
            </a:r>
            <a:endParaRPr lang="en-US" sz="3200" b="0" u="none" strike="noStrike">
              <a:solidFill>
                <a:schemeClr val="dk1"/>
              </a:solidFill>
              <a:effectLst/>
              <a:uFillTx/>
              <a:latin typeface="TradeGothic"/>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TradeGothic"/>
              </a:rPr>
              <a:t>Second Outline Level</a:t>
            </a:r>
            <a:endParaRPr lang="en-US" sz="2800" b="0" u="none" strike="noStrike">
              <a:solidFill>
                <a:schemeClr val="dk1"/>
              </a:solidFill>
              <a:effectLst/>
              <a:uFillTx/>
              <a:latin typeface="TradeGothic"/>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TradeGothic"/>
              </a:rPr>
              <a:t>Third Outline Level</a:t>
            </a:r>
            <a:endParaRPr lang="en-US" sz="2400" b="0" u="none" strike="noStrike">
              <a:solidFill>
                <a:schemeClr val="dk1"/>
              </a:solidFill>
              <a:effectLst/>
              <a:uFillTx/>
              <a:latin typeface="TradeGothic"/>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TradeGothic"/>
              </a:rPr>
              <a:t>Fourth Outline Level</a:t>
            </a:r>
            <a:endParaRPr lang="en-US" sz="2000" b="0" u="none" strike="noStrike">
              <a:solidFill>
                <a:schemeClr val="dk1"/>
              </a:solidFill>
              <a:effectLst/>
              <a:uFillTx/>
              <a:latin typeface="TradeGothic"/>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TradeGothic"/>
              </a:rPr>
              <a:t>Fifth Outline Level</a:t>
            </a:r>
            <a:endParaRPr lang="en-US" sz="2000" b="0" u="none" strike="noStrike">
              <a:solidFill>
                <a:schemeClr val="dk1"/>
              </a:solidFill>
              <a:effectLst/>
              <a:uFillTx/>
              <a:latin typeface="TradeGothic"/>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radeGothic"/>
              </a:rPr>
              <a:t>Sixth Outline Level</a:t>
            </a:r>
            <a:endParaRPr lang="en-US" sz="2000" b="0" u="none" strike="noStrike">
              <a:solidFill>
                <a:schemeClr val="dk1"/>
              </a:solidFill>
              <a:effectLst/>
              <a:uFillTx/>
              <a:latin typeface="TradeGothic"/>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radeGothic"/>
              </a:rPr>
              <a:t>Seventh Outline Level</a:t>
            </a:r>
            <a:endParaRPr lang="en-US" sz="2000" b="0" u="none" strike="noStrike">
              <a:solidFill>
                <a:schemeClr val="dk1"/>
              </a:solidFill>
              <a:effectLst/>
              <a:uFillTx/>
              <a:latin typeface="TradeGothic"/>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47520"/>
            <a:ext cx="10971360" cy="1141560"/>
          </a:xfrm>
          <a:prstGeom prst="rect">
            <a:avLst/>
          </a:prstGeom>
          <a:noFill/>
          <a:ln w="9360">
            <a:noFill/>
          </a:ln>
        </p:spPr>
        <p:txBody>
          <a:bodyPr numCol="1" spcCol="0"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TradeGothic"/>
                <a:ea typeface="ＭＳ Ｐゴシック"/>
              </a:defRPr>
            </a:lvl1p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chemeClr val="dk1"/>
              </a:solidFill>
              <a:effectLst/>
              <a:uFillTx/>
              <a:latin typeface="TradeGothic"/>
            </a:endParaRPr>
          </a:p>
        </p:txBody>
      </p:sp>
      <p:sp>
        <p:nvSpPr>
          <p:cNvPr id="56" name="PlaceHolder 2"/>
          <p:cNvSpPr>
            <a:spLocks noGrp="1"/>
          </p:cNvSpPr>
          <p:nvPr>
            <p:ph type="body"/>
          </p:nvPr>
        </p:nvSpPr>
        <p:spPr>
          <a:xfrm>
            <a:off x="609480" y="1095480"/>
            <a:ext cx="10971360" cy="5029200"/>
          </a:xfrm>
          <a:prstGeom prst="rect">
            <a:avLst/>
          </a:prstGeom>
          <a:noFill/>
          <a:ln w="9360">
            <a:noFill/>
          </a:ln>
        </p:spPr>
        <p:txBody>
          <a:bodyPr numCol="1" spcCol="0"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TradeGothic"/>
                <a:ea typeface="ＭＳ Ｐゴシック"/>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TradeGothic"/>
                <a:ea typeface="ＭＳ Ｐゴシック"/>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TradeGothic"/>
                <a:ea typeface="ＭＳ Ｐゴシック"/>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TradeGothic"/>
                <a:ea typeface="ＭＳ Ｐゴシック"/>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chemeClr val="dk1"/>
              </a:solidFill>
              <a:effectLst/>
              <a:uFillTx/>
              <a:latin typeface="TradeGothic"/>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chemeClr val="dk1"/>
              </a:solidFill>
              <a:effectLst/>
              <a:uFillTx/>
              <a:latin typeface="TradeGothic"/>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chemeClr val="dk1"/>
              </a:solidFill>
              <a:effectLst/>
              <a:uFillTx/>
              <a:latin typeface="TradeGothic"/>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chemeClr val="dk1"/>
              </a:solidFill>
              <a:effectLst/>
              <a:uFillTx/>
              <a:latin typeface="TradeGothic"/>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chemeClr val="dk1"/>
              </a:solidFill>
              <a:effectLst/>
              <a:uFillTx/>
              <a:latin typeface="TradeGothic"/>
            </a:endParaRPr>
          </a:p>
        </p:txBody>
      </p:sp>
      <p:sp>
        <p:nvSpPr>
          <p:cNvPr id="57" name="PlaceHolder 3"/>
          <p:cNvSpPr>
            <a:spLocks noGrp="1"/>
          </p:cNvSpPr>
          <p:nvPr>
            <p:ph type="dt" idx="31"/>
          </p:nvPr>
        </p:nvSpPr>
        <p:spPr>
          <a:xfrm>
            <a:off x="609480" y="6356520"/>
            <a:ext cx="2843280" cy="363600"/>
          </a:xfrm>
          <a:prstGeom prst="rect">
            <a:avLst/>
          </a:prstGeom>
          <a:noFill/>
          <a:ln w="0">
            <a:noFill/>
          </a:ln>
        </p:spPr>
        <p:txBody>
          <a:bodyPr numCol="1" spcCol="0" lIns="91440" tIns="45720" rIns="91440" bIns="45720" anchor="ctr">
            <a:noAutofit/>
          </a:bodyPr>
          <a:lstStyle>
            <a:lvl1pPr indent="0" algn="l"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l"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IN" sz="1200" b="0" u="none" strike="noStrike">
              <a:solidFill>
                <a:srgbClr val="000000"/>
              </a:solidFill>
              <a:effectLst/>
              <a:uFillTx/>
              <a:latin typeface="Times New Roman"/>
            </a:endParaRPr>
          </a:p>
        </p:txBody>
      </p:sp>
      <p:sp>
        <p:nvSpPr>
          <p:cNvPr id="58" name="PlaceHolder 4"/>
          <p:cNvSpPr>
            <a:spLocks noGrp="1"/>
          </p:cNvSpPr>
          <p:nvPr>
            <p:ph type="ftr" idx="32"/>
          </p:nvPr>
        </p:nvSpPr>
        <p:spPr>
          <a:xfrm>
            <a:off x="4165560" y="6356520"/>
            <a:ext cx="385920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IN" sz="1200" b="0" u="none" strike="noStrike">
              <a:solidFill>
                <a:srgbClr val="000000"/>
              </a:solidFill>
              <a:effectLst/>
              <a:uFillTx/>
              <a:latin typeface="Times New Roman"/>
            </a:endParaRPr>
          </a:p>
        </p:txBody>
      </p:sp>
      <p:sp>
        <p:nvSpPr>
          <p:cNvPr id="59" name="PlaceHolder 5"/>
          <p:cNvSpPr>
            <a:spLocks noGrp="1"/>
          </p:cNvSpPr>
          <p:nvPr>
            <p:ph type="sldNum" idx="33"/>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11E7FA98-609D-4BCA-AD78-678C28BC6E00}" type="slidenum">
              <a:rPr lang="en-US" sz="1200" b="0" u="none" strike="noStrike">
                <a:solidFill>
                  <a:srgbClr val="898989"/>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2.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66" name="Rectangle 24">
            <a:extLst>
              <a:ext uri="{C183D7F6-B498-43B3-948B-1728B52AA6E4}">
                <adec:decorative xmlns:adec="http://schemas.microsoft.com/office/drawing/2017/decorative" val="1"/>
              </a:ext>
            </a:extLst>
          </p:cNvPr>
          <p:cNvSpPr/>
          <p:nvPr/>
        </p:nvSpPr>
        <p:spPr>
          <a:xfrm>
            <a:off x="1523880" y="0"/>
            <a:ext cx="914256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 name="Freeform: Shape 26">
            <a:extLst>
              <a:ext uri="{C183D7F6-B498-43B3-948B-1728B52AA6E4}">
                <adec:decorative xmlns:adec="http://schemas.microsoft.com/office/drawing/2017/decorative" val="1"/>
              </a:ext>
            </a:extLst>
          </p:cNvPr>
          <p:cNvSpPr/>
          <p:nvPr/>
        </p:nvSpPr>
        <p:spPr>
          <a:xfrm>
            <a:off x="6702480" y="894960"/>
            <a:ext cx="4637160" cy="5153400"/>
          </a:xfrm>
          <a:custGeom>
            <a:avLst/>
            <a:gdLst>
              <a:gd name="textAreaLeft" fmla="*/ 0 w 4637160"/>
              <a:gd name="textAreaRight" fmla="*/ 4638600 w 4637160"/>
              <a:gd name="textAreaTop" fmla="*/ 0 h 5153400"/>
              <a:gd name="textAreaBottom" fmla="*/ 5154840 h 5153400"/>
              <a:gd name="GluePoint1X" fmla="*/ 363179 w 6184806"/>
              <a:gd name="GluePoint1Y" fmla="*/ 3125191 h 5154967"/>
              <a:gd name="GluePoint2X" fmla="*/ 898270 w 6184806"/>
              <a:gd name="GluePoint2Y" fmla="*/ 3125191 h 5154967"/>
              <a:gd name="GluePoint3X" fmla="*/ 980326 w 6184806"/>
              <a:gd name="GluePoint3Y" fmla="*/ 3173551 h 5154967"/>
              <a:gd name="GluePoint4X" fmla="*/ 1248448 w 6184806"/>
              <a:gd name="GluePoint4Y" fmla="*/ 3635277 h 5154967"/>
              <a:gd name="GluePoint5X" fmla="*/ 1248448 w 6184806"/>
              <a:gd name="GluePoint5Y" fmla="*/ 3729695 h 5154967"/>
              <a:gd name="GluePoint6X" fmla="*/ 980326 w 6184806"/>
              <a:gd name="GluePoint6Y" fmla="*/ 4191421 h 5154967"/>
              <a:gd name="GluePoint7X" fmla="*/ 898270 w 6184806"/>
              <a:gd name="GluePoint7Y" fmla="*/ 4239781 h 5154967"/>
              <a:gd name="GluePoint8X" fmla="*/ 363179 w 6184806"/>
              <a:gd name="GluePoint8Y" fmla="*/ 4239781 h 5154967"/>
              <a:gd name="GluePoint9X" fmla="*/ 279969 w 6184806"/>
              <a:gd name="GluePoint9Y" fmla="*/ 4191421 h 5154967"/>
              <a:gd name="GluePoint10X" fmla="*/ 13002 w 6184806"/>
              <a:gd name="GluePoint10Y" fmla="*/ 3729695 h 5154967"/>
              <a:gd name="GluePoint11X" fmla="*/ 13002 w 6184806"/>
              <a:gd name="GluePoint11Y" fmla="*/ 3635277 h 5154967"/>
              <a:gd name="GluePoint12X" fmla="*/ 279969 w 6184806"/>
              <a:gd name="GluePoint12Y" fmla="*/ 3173551 h 5154967"/>
              <a:gd name="GluePoint13X" fmla="*/ 363179 w 6184806"/>
              <a:gd name="GluePoint13Y" fmla="*/ 3125191 h 5154967"/>
              <a:gd name="GluePoint14X" fmla="*/ 2489721 w 6184806"/>
              <a:gd name="GluePoint14Y" fmla="*/ 570035 h 5154967"/>
              <a:gd name="GluePoint15X" fmla="*/ 2764862 w 6184806"/>
              <a:gd name="GluePoint15Y" fmla="*/ 570035 h 5154967"/>
              <a:gd name="GluePoint16X" fmla="*/ 2796959 w 6184806"/>
              <a:gd name="GluePoint16Y" fmla="*/ 570035 h 5154967"/>
              <a:gd name="GluePoint17X" fmla="*/ 2827587 w 6184806"/>
              <a:gd name="GluePoint17Y" fmla="*/ 622777 h 5154967"/>
              <a:gd name="GluePoint18X" fmla="*/ 2977604 w 6184806"/>
              <a:gd name="GluePoint18Y" fmla="*/ 881117 h 5154967"/>
              <a:gd name="GluePoint19X" fmla="*/ 2977604 w 6184806"/>
              <a:gd name="GluePoint19Y" fmla="*/ 1025720 h 5154967"/>
              <a:gd name="GluePoint20X" fmla="*/ 2566968 w 6184806"/>
              <a:gd name="GluePoint20Y" fmla="*/ 1732863 h 5154967"/>
              <a:gd name="GluePoint21X" fmla="*/ 2441299 w 6184806"/>
              <a:gd name="GluePoint21Y" fmla="*/ 1806927 h 5154967"/>
              <a:gd name="GluePoint22X" fmla="*/ 1621798 w 6184806"/>
              <a:gd name="GluePoint22Y" fmla="*/ 1806927 h 5154967"/>
              <a:gd name="GluePoint23X" fmla="*/ 1583218 w 6184806"/>
              <a:gd name="GluePoint23Y" fmla="*/ 1801802 h 5154967"/>
              <a:gd name="GluePoint24X" fmla="*/ 1556683 w 6184806"/>
              <a:gd name="GluePoint24Y" fmla="*/ 1790677 h 5154967"/>
              <a:gd name="GluePoint25X" fmla="*/ 1572899 w 6184806"/>
              <a:gd name="GluePoint25Y" fmla="*/ 1762630 h 5154967"/>
              <a:gd name="GluePoint26X" fmla="*/ 2147429 w 6184806"/>
              <a:gd name="GluePoint26Y" fmla="*/ 768968 h 5154967"/>
              <a:gd name="GluePoint27X" fmla="*/ 2489721 w 6184806"/>
              <a:gd name="GluePoint27Y" fmla="*/ 570035 h 5154967"/>
              <a:gd name="GluePoint28X" fmla="*/ 1573268 w 6184806"/>
              <a:gd name="GluePoint28Y" fmla="*/ 0 h 5154967"/>
              <a:gd name="GluePoint29X" fmla="*/ 2497662 w 6184806"/>
              <a:gd name="GluePoint29Y" fmla="*/ 0 h 5154967"/>
              <a:gd name="GluePoint30X" fmla="*/ 2639415 w 6184806"/>
              <a:gd name="GluePoint30Y" fmla="*/ 83546 h 5154967"/>
              <a:gd name="GluePoint31X" fmla="*/ 2887862 w 6184806"/>
              <a:gd name="GluePoint31Y" fmla="*/ 511387 h 5154967"/>
              <a:gd name="GluePoint32X" fmla="*/ 2915928 w 6184806"/>
              <a:gd name="GluePoint32Y" fmla="*/ 559720 h 5154967"/>
              <a:gd name="GluePoint33X" fmla="*/ 2893844 w 6184806"/>
              <a:gd name="GluePoint33Y" fmla="*/ 559720 h 5154967"/>
              <a:gd name="GluePoint34X" fmla="*/ 2789466 w 6184806"/>
              <a:gd name="GluePoint34Y" fmla="*/ 559720 h 5154967"/>
              <a:gd name="GluePoint35X" fmla="*/ 2744122 w 6184806"/>
              <a:gd name="GluePoint35Y" fmla="*/ 481634 h 5154967"/>
              <a:gd name="GluePoint36X" fmla="*/ 2570885 w 6184806"/>
              <a:gd name="GluePoint36Y" fmla="*/ 183309 h 5154967"/>
              <a:gd name="GluePoint37X" fmla="*/ 2445216 w 6184806"/>
              <a:gd name="GluePoint37Y" fmla="*/ 109243 h 5154967"/>
              <a:gd name="GluePoint38X" fmla="*/ 1625714 w 6184806"/>
              <a:gd name="GluePoint38Y" fmla="*/ 109243 h 5154967"/>
              <a:gd name="GluePoint39X" fmla="*/ 1498276 w 6184806"/>
              <a:gd name="GluePoint39Y" fmla="*/ 183309 h 5154967"/>
              <a:gd name="GluePoint40X" fmla="*/ 1089410 w 6184806"/>
              <a:gd name="GluePoint40Y" fmla="*/ 890450 h 5154967"/>
              <a:gd name="GluePoint41X" fmla="*/ 1089410 w 6184806"/>
              <a:gd name="GluePoint41Y" fmla="*/ 1035054 h 5154967"/>
              <a:gd name="GluePoint42X" fmla="*/ 1498276 w 6184806"/>
              <a:gd name="GluePoint42Y" fmla="*/ 1742196 h 5154967"/>
              <a:gd name="GluePoint43X" fmla="*/ 1552039 w 6184806"/>
              <a:gd name="GluePoint43Y" fmla="*/ 1796422 h 5154967"/>
              <a:gd name="GluePoint44X" fmla="*/ 1558260 w 6184806"/>
              <a:gd name="GluePoint44Y" fmla="*/ 1799029 h 5154967"/>
              <a:gd name="GluePoint45X" fmla="*/ 1524911 w 6184806"/>
              <a:gd name="GluePoint45Y" fmla="*/ 1856707 h 5154967"/>
              <a:gd name="GluePoint46X" fmla="*/ 1500108 w 6184806"/>
              <a:gd name="GluePoint46Y" fmla="*/ 1899604 h 5154967"/>
              <a:gd name="GluePoint47X" fmla="*/ 1525834 w 6184806"/>
              <a:gd name="GluePoint47Y" fmla="*/ 1910390 h 5154967"/>
              <a:gd name="GluePoint48X" fmla="*/ 1569352 w 6184806"/>
              <a:gd name="GluePoint48Y" fmla="*/ 1916170 h 5154967"/>
              <a:gd name="GluePoint49X" fmla="*/ 2493745 w 6184806"/>
              <a:gd name="GluePoint49Y" fmla="*/ 1916170 h 5154967"/>
              <a:gd name="GluePoint50X" fmla="*/ 2635498 w 6184806"/>
              <a:gd name="GluePoint50Y" fmla="*/ 1832627 h 5154967"/>
              <a:gd name="GluePoint51X" fmla="*/ 3098693 w 6184806"/>
              <a:gd name="GluePoint51Y" fmla="*/ 1034974 h 5154967"/>
              <a:gd name="GluePoint52X" fmla="*/ 3098693 w 6184806"/>
              <a:gd name="GluePoint52Y" fmla="*/ 871863 h 5154967"/>
              <a:gd name="GluePoint53X" fmla="*/ 2945803 w 6184806"/>
              <a:gd name="GluePoint53Y" fmla="*/ 608576 h 5154967"/>
              <a:gd name="GluePoint54X" fmla="*/ 2923422 w 6184806"/>
              <a:gd name="GluePoint54Y" fmla="*/ 570035 h 5154967"/>
              <a:gd name="GluePoint55X" fmla="*/ 3027104 w 6184806"/>
              <a:gd name="GluePoint55Y" fmla="*/ 570035 h 5154967"/>
              <a:gd name="GluePoint56X" fmla="*/ 4690846 w 6184806"/>
              <a:gd name="GluePoint56Y" fmla="*/ 570035 h 5154967"/>
              <a:gd name="GluePoint57X" fmla="*/ 5028384 w 6184806"/>
              <a:gd name="GluePoint57Y" fmla="*/ 768968 h 5154967"/>
              <a:gd name="GluePoint58X" fmla="*/ 6131323 w 6184806"/>
              <a:gd name="GluePoint58Y" fmla="*/ 2668304 h 5154967"/>
              <a:gd name="GluePoint59X" fmla="*/ 6131323 w 6184806"/>
              <a:gd name="GluePoint59Y" fmla="*/ 3056698 h 5154967"/>
              <a:gd name="GluePoint60X" fmla="*/ 5028384 w 6184806"/>
              <a:gd name="GluePoint60Y" fmla="*/ 4956035 h 5154967"/>
              <a:gd name="GluePoint61X" fmla="*/ 4690846 w 6184806"/>
              <a:gd name="GluePoint61Y" fmla="*/ 5154967 h 5154967"/>
              <a:gd name="GluePoint62X" fmla="*/ 2489721 w 6184806"/>
              <a:gd name="GluePoint62Y" fmla="*/ 5154967 h 5154967"/>
              <a:gd name="GluePoint63X" fmla="*/ 2147429 w 6184806"/>
              <a:gd name="GluePoint63Y" fmla="*/ 4956035 h 5154967"/>
              <a:gd name="GluePoint64X" fmla="*/ 1049243 w 6184806"/>
              <a:gd name="GluePoint64Y" fmla="*/ 3056698 h 5154967"/>
              <a:gd name="GluePoint65X" fmla="*/ 1049243 w 6184806"/>
              <a:gd name="GluePoint65Y" fmla="*/ 2668304 h 5154967"/>
              <a:gd name="GluePoint66X" fmla="*/ 1457007 w 6184806"/>
              <a:gd name="GluePoint66Y" fmla="*/ 1963067 h 5154967"/>
              <a:gd name="GluePoint67X" fmla="*/ 1491373 w 6184806"/>
              <a:gd name="GluePoint67Y" fmla="*/ 1903634 h 5154967"/>
              <a:gd name="GluePoint68X" fmla="*/ 1490164 w 6184806"/>
              <a:gd name="GluePoint68Y" fmla="*/ 1903127 h 5154967"/>
              <a:gd name="GluePoint69X" fmla="*/ 1429519 w 6184806"/>
              <a:gd name="GluePoint69Y" fmla="*/ 1841960 h 5154967"/>
              <a:gd name="GluePoint70X" fmla="*/ 968320 w 6184806"/>
              <a:gd name="GluePoint70Y" fmla="*/ 1044307 h 5154967"/>
              <a:gd name="GluePoint71X" fmla="*/ 968320 w 6184806"/>
              <a:gd name="GluePoint71Y" fmla="*/ 881196 h 5154967"/>
              <a:gd name="GluePoint72X" fmla="*/ 1429519 w 6184806"/>
              <a:gd name="GluePoint72Y" fmla="*/ 83546 h 5154967"/>
              <a:gd name="GluePoint73X" fmla="*/ 1573268 w 6184806"/>
              <a:gd name="GluePoint73Y" fmla="*/ 0 h 51549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Lst>
            <a:rect l="textAreaLeft" t="textAreaTop" r="textAreaRight" b="textAreaBottom"/>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dk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pic>
        <p:nvPicPr>
          <p:cNvPr id="68" name="Picture 4"/>
          <p:cNvPicPr/>
          <p:nvPr/>
        </p:nvPicPr>
        <p:blipFill>
          <a:blip r:embed="rId1"/>
          <a:srcRect l="0" t="0" r="59916" b="0"/>
          <a:stretch/>
        </p:blipFill>
        <p:spPr>
          <a:xfrm>
            <a:off x="7957440" y="1974960"/>
            <a:ext cx="3202200" cy="3424680"/>
          </a:xfrm>
          <a:prstGeom prst="rect">
            <a:avLst/>
          </a:prstGeom>
          <a:noFill/>
          <a:ln w="0">
            <a:noFill/>
          </a:ln>
        </p:spPr>
      </p:pic>
      <p:sp>
        <p:nvSpPr>
          <p:cNvPr id="69" name="PlaceHolder 1"/>
          <p:cNvSpPr>
            <a:spLocks noGrp="1"/>
          </p:cNvSpPr>
          <p:nvPr>
            <p:ph type="subTitle"/>
          </p:nvPr>
        </p:nvSpPr>
        <p:spPr>
          <a:xfrm>
            <a:off x="1245600" y="648720"/>
            <a:ext cx="8533080" cy="1751040"/>
          </a:xfrm>
          <a:prstGeom prst="rect">
            <a:avLst/>
          </a:prstGeom>
          <a:noFill/>
          <a:ln w="9360">
            <a:noFill/>
          </a:ln>
        </p:spPr>
        <p:txBody>
          <a:bodyPr numCol="1" spcCol="0" lIns="91440" tIns="45720" rIns="91440" bIns="45720" anchor="t">
            <a:noAutofit/>
          </a:bodyPr>
          <a:p>
            <a:pPr indent="0" algn="ctr" defTabSz="457200">
              <a:lnSpc>
                <a:spcPct val="100000"/>
              </a:lnSpc>
              <a:spcBef>
                <a:spcPts val="641"/>
              </a:spcBef>
              <a:buNone/>
              <a:tabLst>
                <a:tab pos="0" algn="l"/>
              </a:tabLst>
            </a:pPr>
            <a:endParaRPr lang="en-IN" sz="3200" b="0" u="none" strike="noStrike">
              <a:solidFill>
                <a:srgbClr val="000000"/>
              </a:solidFill>
              <a:effectLst/>
              <a:uFillTx/>
              <a:latin typeface="Arial"/>
            </a:endParaRPr>
          </a:p>
          <a:p>
            <a:pPr indent="0" algn="ctr" defTabSz="457200">
              <a:lnSpc>
                <a:spcPct val="100000"/>
              </a:lnSpc>
              <a:spcBef>
                <a:spcPts val="641"/>
              </a:spcBef>
              <a:buNone/>
              <a:tabLst>
                <a:tab pos="0" algn="l"/>
              </a:tabLst>
            </a:pPr>
            <a:r>
              <a:rPr lang="en-US" sz="3200" b="1" u="none" strike="noStrike">
                <a:solidFill>
                  <a:schemeClr val="dk1"/>
                </a:solidFill>
                <a:effectLst/>
                <a:uFillTx/>
                <a:latin typeface="Times New Roman"/>
                <a:ea typeface="ＭＳ Ｐゴシック"/>
              </a:rPr>
              <a:t>TITLE PAGE</a:t>
            </a:r>
            <a:endParaRPr lang="en-IN" sz="3200" b="0" u="none" strike="noStrike">
              <a:solidFill>
                <a:srgbClr val="000000"/>
              </a:solidFill>
              <a:effectLst/>
              <a:uFillTx/>
              <a:latin typeface="Arial"/>
            </a:endParaRPr>
          </a:p>
        </p:txBody>
      </p:sp>
      <p:sp>
        <p:nvSpPr>
          <p:cNvPr id="70" name="PlaceHolder 2"/>
          <p:cNvSpPr>
            <a:spLocks noGrp="1"/>
          </p:cNvSpPr>
          <p:nvPr>
            <p:ph type="title"/>
          </p:nvPr>
        </p:nvSpPr>
        <p:spPr>
          <a:xfrm>
            <a:off x="331200" y="-526680"/>
            <a:ext cx="10361880" cy="2075040"/>
          </a:xfrm>
          <a:prstGeom prst="rect">
            <a:avLst/>
          </a:prstGeom>
          <a:noFill/>
          <a:ln w="9360">
            <a:noFill/>
          </a:ln>
        </p:spPr>
        <p:txBody>
          <a:bodyPr numCol="1" spcCol="0" lIns="91440" tIns="45720" rIns="91440" bIns="45720" anchor="ctr">
            <a:noAutofit/>
          </a:bodyPr>
          <a:p>
            <a:pPr indent="0" algn="ctr" defTabSz="457200">
              <a:lnSpc>
                <a:spcPct val="100000"/>
              </a:lnSpc>
              <a:buNone/>
              <a:tabLst>
                <a:tab pos="0" algn="l"/>
              </a:tabLst>
            </a:pPr>
            <a:r>
              <a:rPr lang="en-US" sz="4000" b="1" u="none" strike="noStrike">
                <a:solidFill>
                  <a:srgbClr val="000000"/>
                </a:solidFill>
                <a:effectLst/>
                <a:uFillTx/>
                <a:latin typeface="Garamond"/>
                <a:ea typeface="ＭＳ Ｐゴシック"/>
              </a:rPr>
              <a:t>SMART INDIA HACKATHON 2026</a:t>
            </a:r>
            <a:endParaRPr lang="en-US" sz="4000" b="0" u="none" strike="noStrike">
              <a:solidFill>
                <a:schemeClr val="dk1"/>
              </a:solidFill>
              <a:effectLst/>
              <a:uFillTx/>
              <a:latin typeface="TradeGothic"/>
            </a:endParaRPr>
          </a:p>
        </p:txBody>
      </p:sp>
      <p:sp>
        <p:nvSpPr>
          <p:cNvPr id="71" name="TextBox 9"/>
          <p:cNvSpPr/>
          <p:nvPr/>
        </p:nvSpPr>
        <p:spPr>
          <a:xfrm>
            <a:off x="331200" y="2076480"/>
            <a:ext cx="5923080" cy="249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Bef>
                <a:spcPts val="201"/>
              </a:spcBef>
              <a:spcAft>
                <a:spcPts val="799"/>
              </a:spcAft>
            </a:pPr>
            <a:r>
              <a:rPr lang="en-US" sz="1450" b="1" u="none" strike="noStrike">
                <a:solidFill>
                  <a:srgbClr val="000000"/>
                </a:solidFill>
                <a:effectLst/>
                <a:uFillTx/>
                <a:latin typeface="Arial"/>
                <a:ea typeface="ＭＳ Ｐゴシック"/>
              </a:rPr>
              <a:t>Problem Statement ID – 26070</a:t>
            </a:r>
            <a:endParaRPr lang="en-IN" sz="1450" b="0" u="none" strike="noStrike">
              <a:solidFill>
                <a:srgbClr val="000000"/>
              </a:solidFill>
              <a:effectLst/>
              <a:uFillTx/>
              <a:latin typeface="Arial"/>
            </a:endParaRPr>
          </a:p>
          <a:p>
            <a:pPr defTabSz="457200">
              <a:lnSpc>
                <a:spcPct val="100000"/>
              </a:lnSpc>
              <a:spcBef>
                <a:spcPts val="201"/>
              </a:spcBef>
              <a:spcAft>
                <a:spcPts val="799"/>
              </a:spcAft>
            </a:pPr>
            <a:r>
              <a:rPr lang="en-US" sz="1450" b="1" u="none" strike="noStrike">
                <a:solidFill>
                  <a:srgbClr val="000000"/>
                </a:solidFill>
                <a:effectLst/>
                <a:uFillTx/>
                <a:latin typeface="Arial"/>
                <a:ea typeface="ＭＳ Ｐゴシック"/>
              </a:rPr>
              <a:t>Problem Statement Title – AI/ML System for Tropical Cyclone Identification, Pattern Classification &amp; Intensity Forecasting</a:t>
            </a:r>
            <a:endParaRPr lang="en-IN" sz="1450" b="0" u="none" strike="noStrike">
              <a:solidFill>
                <a:srgbClr val="000000"/>
              </a:solidFill>
              <a:effectLst/>
              <a:uFillTx/>
              <a:latin typeface="Arial"/>
            </a:endParaRPr>
          </a:p>
          <a:p>
            <a:pPr defTabSz="457200">
              <a:lnSpc>
                <a:spcPct val="100000"/>
              </a:lnSpc>
              <a:spcBef>
                <a:spcPts val="201"/>
              </a:spcBef>
              <a:spcAft>
                <a:spcPts val="799"/>
              </a:spcAft>
            </a:pPr>
            <a:r>
              <a:rPr lang="en-US" sz="1450" b="1" u="none" strike="noStrike">
                <a:solidFill>
                  <a:srgbClr val="000000"/>
                </a:solidFill>
                <a:effectLst/>
                <a:uFillTx/>
                <a:latin typeface="Arial"/>
                <a:ea typeface="ＭＳ Ｐゴシック"/>
              </a:rPr>
              <a:t>Theme – Disaster Management / Space Technology &amp; Smart Governance</a:t>
            </a:r>
            <a:endParaRPr lang="en-IN" sz="1450" b="0" u="none" strike="noStrike">
              <a:solidFill>
                <a:srgbClr val="000000"/>
              </a:solidFill>
              <a:effectLst/>
              <a:uFillTx/>
              <a:latin typeface="Arial"/>
            </a:endParaRPr>
          </a:p>
          <a:p>
            <a:pPr defTabSz="457200">
              <a:lnSpc>
                <a:spcPct val="100000"/>
              </a:lnSpc>
              <a:spcBef>
                <a:spcPts val="201"/>
              </a:spcBef>
              <a:spcAft>
                <a:spcPts val="799"/>
              </a:spcAft>
            </a:pPr>
            <a:r>
              <a:rPr lang="en-US" sz="1450" b="1" u="none" strike="noStrike">
                <a:solidFill>
                  <a:srgbClr val="000000"/>
                </a:solidFill>
                <a:effectLst/>
                <a:uFillTx/>
                <a:latin typeface="Arial"/>
                <a:ea typeface="ＭＳ Ｐゴシック"/>
              </a:rPr>
              <a:t>PS Category – Software</a:t>
            </a:r>
            <a:endParaRPr lang="en-IN" sz="1450" b="0" u="none" strike="noStrike">
              <a:solidFill>
                <a:srgbClr val="000000"/>
              </a:solidFill>
              <a:effectLst/>
              <a:uFillTx/>
              <a:latin typeface="Arial"/>
            </a:endParaRPr>
          </a:p>
          <a:p>
            <a:pPr defTabSz="457200">
              <a:lnSpc>
                <a:spcPct val="100000"/>
              </a:lnSpc>
              <a:spcBef>
                <a:spcPts val="201"/>
              </a:spcBef>
              <a:spcAft>
                <a:spcPts val="799"/>
              </a:spcAft>
            </a:pPr>
            <a:r>
              <a:rPr lang="en-US" sz="1450" b="1" u="none" strike="noStrike">
                <a:solidFill>
                  <a:srgbClr val="000000"/>
                </a:solidFill>
                <a:effectLst/>
                <a:uFillTx/>
                <a:latin typeface="Arial"/>
                <a:ea typeface="ＭＳ Ｐゴシック"/>
              </a:rPr>
              <a:t>Team ID – </a:t>
            </a:r>
            <a:endParaRPr lang="en-IN" sz="1450" b="0" u="none" strike="noStrike">
              <a:solidFill>
                <a:srgbClr val="000000"/>
              </a:solidFill>
              <a:effectLst/>
              <a:uFillTx/>
              <a:latin typeface="Arial"/>
            </a:endParaRPr>
          </a:p>
          <a:p>
            <a:pPr defTabSz="457200">
              <a:lnSpc>
                <a:spcPct val="100000"/>
              </a:lnSpc>
              <a:spcBef>
                <a:spcPts val="201"/>
              </a:spcBef>
              <a:spcAft>
                <a:spcPts val="799"/>
              </a:spcAft>
            </a:pPr>
            <a:r>
              <a:rPr lang="en-US" sz="1450" b="1" u="none" strike="noStrike">
                <a:solidFill>
                  <a:srgbClr val="000000"/>
                </a:solidFill>
                <a:effectLst/>
                <a:uFillTx/>
                <a:latin typeface="Arial"/>
                <a:ea typeface="ＭＳ Ｐゴシック"/>
              </a:rPr>
              <a:t>Team Name – </a:t>
            </a:r>
            <a:r>
              <a:rPr lang="en-US" sz="1450" b="0" u="none" strike="noStrike">
                <a:solidFill>
                  <a:srgbClr val="000000"/>
                </a:solidFill>
                <a:effectLst/>
                <a:uFillTx/>
                <a:latin typeface="Arial"/>
                <a:ea typeface="ＭＳ Ｐゴシック"/>
              </a:rPr>
              <a:t>Team67</a:t>
            </a:r>
            <a:endParaRPr lang="en-IN" sz="1450" b="0" u="none" strike="noStrike">
              <a:solidFill>
                <a:srgbClr val="000000"/>
              </a:solidFill>
              <a:effectLst/>
              <a:uFillTx/>
              <a:latin typeface="Arial"/>
            </a:endParaRPr>
          </a:p>
        </p:txBody>
      </p:sp>
      <p:pic>
        <p:nvPicPr>
          <p:cNvPr id="72" name="Picture 1"/>
          <p:cNvPicPr/>
          <p:nvPr/>
        </p:nvPicPr>
        <p:blipFill>
          <a:blip r:embed="rId2"/>
          <a:stretch/>
        </p:blipFill>
        <p:spPr>
          <a:xfrm>
            <a:off x="9780120" y="1440"/>
            <a:ext cx="2248560" cy="10609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8"/>
          <p:cNvSpPr/>
          <p:nvPr/>
        </p:nvSpPr>
        <p:spPr>
          <a:xfrm>
            <a:off x="0" y="6354720"/>
            <a:ext cx="12190680" cy="501840"/>
          </a:xfrm>
          <a:prstGeom prst="rect">
            <a:avLst/>
          </a:prstGeom>
          <a:solidFill>
            <a:srgbClr val="0070C0"/>
          </a:solidFill>
          <a:ln w="9525">
            <a:noFill/>
          </a:ln>
          <a:effectLst>
            <a:outerShdw dir="5400000" dist="23040" rotWithShape="0">
              <a:srgbClr val="808080">
                <a:alpha val="35000"/>
              </a:srgbClr>
            </a:outerShdw>
          </a:effectLst>
        </p:spPr>
        <p:style>
          <a:lnRef idx="0"/>
          <a:fillRef idx="0"/>
          <a:effectRef idx="0"/>
          <a:fontRef idx="minor"/>
        </p:style>
        <p:txBody>
          <a:bodyPr lIns="90000" tIns="45000" rIns="90000" bIns="45000" anchor="ctr">
            <a:noAutofit/>
          </a:bodyPr>
          <a:p>
            <a:endParaRPr lang="en-US" sz="1800" b="0" u="none" strike="noStrike">
              <a:solidFill>
                <a:schemeClr val="accent2">
                  <a:lumMod val="75000"/>
                </a:schemeClr>
              </a:solidFill>
              <a:effectLst/>
              <a:uFillTx/>
              <a:latin typeface="Calibri"/>
            </a:endParaRPr>
          </a:p>
        </p:txBody>
      </p:sp>
      <p:sp>
        <p:nvSpPr>
          <p:cNvPr id="74" name="PlaceHolder 1"/>
          <p:cNvSpPr>
            <a:spLocks noGrp="1"/>
          </p:cNvSpPr>
          <p:nvPr>
            <p:ph type="title"/>
          </p:nvPr>
        </p:nvSpPr>
        <p:spPr>
          <a:xfrm>
            <a:off x="1691640" y="137160"/>
            <a:ext cx="8045280" cy="821520"/>
          </a:xfrm>
          <a:prstGeom prst="rect">
            <a:avLst/>
          </a:prstGeom>
          <a:noFill/>
          <a:ln w="9360">
            <a:noFill/>
          </a:ln>
        </p:spPr>
        <p:txBody>
          <a:bodyPr numCol="1" spcCol="0" lIns="91440" tIns="45720" rIns="91440" bIns="45720" anchor="ctr">
            <a:noAutofit/>
          </a:bodyPr>
          <a:p>
            <a:pPr indent="0" algn="ctr" defTabSz="457200">
              <a:lnSpc>
                <a:spcPct val="100000"/>
              </a:lnSpc>
              <a:buNone/>
              <a:tabLst>
                <a:tab pos="0" algn="l"/>
              </a:tabLst>
            </a:pPr>
            <a:r>
              <a:rPr lang="en-US" sz="2100" b="1" u="none" strike="noStrike">
                <a:solidFill>
                  <a:srgbClr val="000000"/>
                </a:solidFill>
                <a:effectLst/>
                <a:uFillTx/>
                <a:latin typeface="Arial"/>
                <a:ea typeface="ＭＳ Ｐゴシック"/>
              </a:rPr>
              <a:t>CycML: AI for Cyclone Tracking &amp; Rapid Intensification</a:t>
            </a:r>
            <a:endParaRPr lang="en-US" sz="2100" b="0" u="none" strike="noStrike">
              <a:solidFill>
                <a:schemeClr val="dk1"/>
              </a:solidFill>
              <a:effectLst/>
              <a:uFillTx/>
              <a:latin typeface="TradeGothic"/>
            </a:endParaRPr>
          </a:p>
        </p:txBody>
      </p:sp>
      <p:sp>
        <p:nvSpPr>
          <p:cNvPr id="75" name="TextBox 8"/>
          <p:cNvSpPr/>
          <p:nvPr/>
        </p:nvSpPr>
        <p:spPr>
          <a:xfrm>
            <a:off x="5669280" y="1234440"/>
            <a:ext cx="6033600" cy="3634920"/>
          </a:xfrm>
          <a:prstGeom prst="rect">
            <a:avLst/>
          </a:prstGeom>
          <a:noFill/>
          <a:ln w="9525">
            <a:noFill/>
          </a:ln>
        </p:spPr>
        <p:style>
          <a:lnRef idx="0"/>
          <a:fillRef idx="0"/>
          <a:effectRef idx="0"/>
          <a:fontRef idx="minor"/>
        </p:style>
        <p:txBody>
          <a:bodyPr lIns="90000" tIns="45000" rIns="90000" bIns="45000" anchor="t">
            <a:spAutoFit/>
          </a:bodyPr>
          <a:p>
            <a:pPr marL="343080" indent="-343080" defTabSz="457200">
              <a:lnSpc>
                <a:spcPct val="100000"/>
              </a:lnSpc>
              <a:spcAft>
                <a:spcPts val="400"/>
              </a:spcAft>
              <a:tabLst>
                <a:tab pos="0" algn="l"/>
              </a:tabLst>
            </a:pPr>
            <a:r>
              <a:rPr lang="en-US" sz="1300" b="1" u="none" strike="noStrike">
                <a:solidFill>
                  <a:srgbClr val="000000"/>
                </a:solidFill>
                <a:effectLst/>
                <a:uFillTx/>
                <a:latin typeface="Arial"/>
                <a:ea typeface="ＭＳ Ｐゴシック"/>
              </a:rPr>
              <a:t>❖ Proposed Solution (Describe your Idea/Solution/Prototype)</a:t>
            </a:r>
            <a:endParaRPr lang="en-IN" sz="1300" b="0" u="none" strike="noStrike">
              <a:solidFill>
                <a:srgbClr val="000000"/>
              </a:solidFill>
              <a:effectLst/>
              <a:uFillTx/>
              <a:latin typeface="Arial"/>
            </a:endParaRPr>
          </a:p>
          <a:p>
            <a:pPr defTabSz="457200">
              <a:lnSpc>
                <a:spcPct val="100000"/>
              </a:lnSpc>
              <a:spcBef>
                <a:spcPts val="300"/>
              </a:spcBef>
              <a:spcAft>
                <a:spcPts val="99"/>
              </a:spcAft>
              <a:tabLst>
                <a:tab pos="0" algn="l"/>
              </a:tabLst>
            </a:pPr>
            <a:r>
              <a:rPr lang="en-US" sz="1050" b="1" u="none" strike="noStrike">
                <a:solidFill>
                  <a:srgbClr val="000000"/>
                </a:solidFill>
                <a:effectLst/>
                <a:uFillTx/>
                <a:latin typeface="Arial"/>
                <a:ea typeface="ＭＳ Ｐゴシック"/>
              </a:rPr>
              <a:t>• Detailed explanation of the proposed solution:</a:t>
            </a:r>
            <a:endParaRPr lang="en-IN" sz="10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An AI weather-intelligence system that watches an 18-hour video sequence of satellite cloud images (Infrared, Water Vapor, Visible) combined with ocean heat measurements to forecast tropical cyclone strength 24 hours ahead.</a:t>
            </a:r>
            <a:endParaRPr lang="en-IN" sz="9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Dual-Brain Architecture: A Computer Vision network analyzes cloud rotation and eye formation, while an Ocean-Atmosphere model evaluates whether the sea has enough heat energy to fuel sudden storm growth.</a:t>
            </a:r>
            <a:endParaRPr lang="en-IN" sz="900" b="0" u="none" strike="noStrike">
              <a:solidFill>
                <a:srgbClr val="000000"/>
              </a:solidFill>
              <a:effectLst/>
              <a:uFillTx/>
              <a:latin typeface="Arial"/>
            </a:endParaRPr>
          </a:p>
          <a:p>
            <a:pPr defTabSz="457200">
              <a:lnSpc>
                <a:spcPct val="100000"/>
              </a:lnSpc>
              <a:spcBef>
                <a:spcPts val="300"/>
              </a:spcBef>
              <a:spcAft>
                <a:spcPts val="99"/>
              </a:spcAft>
              <a:tabLst>
                <a:tab pos="0" algn="l"/>
              </a:tabLst>
            </a:pPr>
            <a:r>
              <a:rPr lang="en-US" sz="1050" b="1" u="none" strike="noStrike">
                <a:solidFill>
                  <a:srgbClr val="000000"/>
                </a:solidFill>
                <a:effectLst/>
                <a:uFillTx/>
                <a:latin typeface="Arial"/>
                <a:ea typeface="ＭＳ Ｐゴシック"/>
              </a:rPr>
              <a:t>• How it addresses the problem:</a:t>
            </a:r>
            <a:endParaRPr lang="en-IN" sz="10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Solves the Deadly Rapid Intensification Blindspot: Most casualties occur when weak storms unexpectedly explode into monster cyclones right before landfall. Our AI detects this up to 21 hours early, giving disaster managers crucial lead time to evacuate coastlines.</a:t>
            </a:r>
            <a:endParaRPr lang="en-IN" sz="9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Saves Evacuation Budgets &amp; Stops False Alarms: Distinguishes between storms that will intensify and those dying over cooler waters, avoiding unnecessary multi-crore evacuation expenses.</a:t>
            </a:r>
            <a:endParaRPr lang="en-IN" sz="9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Provides Continuous 24h Wind Guidance: Anchors predictions to live observations, giving disaster responders reliable wind speeds at +6h, +12h, and +24h horizons.</a:t>
            </a:r>
            <a:endParaRPr lang="en-IN" sz="900" b="0" u="none" strike="noStrike">
              <a:solidFill>
                <a:srgbClr val="000000"/>
              </a:solidFill>
              <a:effectLst/>
              <a:uFillTx/>
              <a:latin typeface="Arial"/>
            </a:endParaRPr>
          </a:p>
          <a:p>
            <a:pPr defTabSz="457200">
              <a:lnSpc>
                <a:spcPct val="100000"/>
              </a:lnSpc>
              <a:spcBef>
                <a:spcPts val="300"/>
              </a:spcBef>
              <a:spcAft>
                <a:spcPts val="99"/>
              </a:spcAft>
              <a:tabLst>
                <a:tab pos="0" algn="l"/>
              </a:tabLst>
            </a:pPr>
            <a:r>
              <a:rPr lang="en-US" sz="1050" b="1" u="none" strike="noStrike">
                <a:solidFill>
                  <a:srgbClr val="000000"/>
                </a:solidFill>
                <a:effectLst/>
                <a:uFillTx/>
                <a:latin typeface="Arial"/>
                <a:ea typeface="ＭＳ Ｐゴシック"/>
              </a:rPr>
              <a:t>• Innovation and uniqueness of the solution:</a:t>
            </a:r>
            <a:endParaRPr lang="en-IN" sz="10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First Cloud + Ocean Dual AI: Combines satellite cloud visuals with ocean heat maps, checking both the storm's appearance and the oceanic fuel powering it.</a:t>
            </a:r>
            <a:endParaRPr lang="en-IN" sz="9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Seamless 24/7 Day-and-Night Operation: Specially engineered to work continuously after sunset when visible optical satellite cameras go dark.</a:t>
            </a:r>
            <a:endParaRPr lang="en-IN" sz="9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900" b="0" u="none" strike="noStrike">
                <a:solidFill>
                  <a:srgbClr val="000000"/>
                </a:solidFill>
                <a:effectLst/>
                <a:uFillTx/>
                <a:latin typeface="Arial"/>
                <a:ea typeface="ＭＳ Ｐゴシック"/>
              </a:rPr>
              <a:t>  - Proven on 1,285 Real Cyclones: Built and validated on 15+ years of real global storm lifecycles with an interactive, live-deployed forecaster web dashboard.</a:t>
            </a:r>
            <a:endParaRPr lang="en-IN" sz="900" b="0" u="none" strike="noStrike">
              <a:solidFill>
                <a:srgbClr val="000000"/>
              </a:solidFill>
              <a:effectLst/>
              <a:uFillTx/>
              <a:latin typeface="Arial"/>
            </a:endParaRPr>
          </a:p>
        </p:txBody>
      </p:sp>
      <p:sp>
        <p:nvSpPr>
          <p:cNvPr id="76" name="PlaceHolder 2"/>
          <p:cNvSpPr>
            <a:spLocks noGrp="1"/>
          </p:cNvSpPr>
          <p:nvPr>
            <p:ph type="sldNum" idx="37"/>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1" u="none" strike="noStrike">
                <a:solidFill>
                  <a:schemeClr val="lt1"/>
                </a:solidFill>
                <a:effectLst/>
                <a:uFillTx/>
                <a:latin typeface="TradeGothic"/>
                <a:ea typeface="ＭＳ Ｐゴシック"/>
              </a:defRPr>
            </a:lvl1pPr>
          </a:lstStyle>
          <a:p>
            <a:pPr indent="0" algn="r" defTabSz="457200">
              <a:lnSpc>
                <a:spcPct val="100000"/>
              </a:lnSpc>
              <a:buNone/>
              <a:tabLst>
                <a:tab pos="0" algn="l"/>
              </a:tabLst>
            </a:pPr>
            <a:fld id="{41F726B7-95F9-45CD-A71F-364B1158A35D}" type="slidenum">
              <a:rPr lang="en-US" sz="1200" b="1" u="none" strike="noStrike">
                <a:solidFill>
                  <a:schemeClr val="lt1"/>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
        <p:nvSpPr>
          <p:cNvPr id="77" name="PlaceHolder 3"/>
          <p:cNvSpPr>
            <a:spLocks noGrp="1"/>
          </p:cNvSpPr>
          <p:nvPr>
            <p:ph type="ftr" idx="38"/>
          </p:nvPr>
        </p:nvSpPr>
        <p:spPr>
          <a:xfrm>
            <a:off x="4648320" y="6356520"/>
            <a:ext cx="320256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lt1"/>
                </a:solidFill>
                <a:effectLst/>
                <a:uFillTx/>
                <a:latin typeface="TradeGothic"/>
              </a:defRPr>
            </a:lvl1pPr>
          </a:lstStyle>
          <a:p>
            <a:pPr indent="0" algn="ctr" defTabSz="457200">
              <a:lnSpc>
                <a:spcPct val="100000"/>
              </a:lnSpc>
              <a:buNone/>
              <a:tabLst>
                <a:tab pos="0" algn="l"/>
              </a:tabLst>
            </a:pPr>
            <a:r>
              <a:rPr lang="en-US" sz="1200" b="0" u="none" strike="noStrike">
                <a:solidFill>
                  <a:schemeClr val="lt1"/>
                </a:solidFill>
                <a:effectLst/>
                <a:uFillTx/>
                <a:latin typeface="TradeGothic"/>
              </a:rPr>
              <a:t>@SIH Idea submission- Template</a:t>
            </a:r>
            <a:endParaRPr lang="en-IN" sz="1200" b="0" u="none" strike="noStrike">
              <a:solidFill>
                <a:srgbClr val="000000"/>
              </a:solidFill>
              <a:effectLst/>
              <a:uFillTx/>
              <a:latin typeface="Times New Roman"/>
            </a:endParaRPr>
          </a:p>
        </p:txBody>
      </p:sp>
      <p:sp>
        <p:nvSpPr>
          <p:cNvPr id="78" name="Oval 9" descr="Your startup LOGO"/>
          <p:cNvSpPr/>
          <p:nvPr/>
        </p:nvSpPr>
        <p:spPr>
          <a:xfrm>
            <a:off x="344160" y="267120"/>
            <a:ext cx="1346400" cy="80604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p>
            <a:pPr algn="ctr" defTabSz="457200">
              <a:lnSpc>
                <a:spcPct val="100000"/>
              </a:lnSpc>
            </a:pPr>
            <a:r>
              <a:rPr lang="en-US" sz="1800" b="0" u="none" strike="noStrike">
                <a:solidFill>
                  <a:schemeClr val="dk1"/>
                </a:solidFill>
                <a:effectLst/>
                <a:uFillTx/>
                <a:latin typeface="Calibri"/>
                <a:ea typeface="ＭＳ Ｐゴシック"/>
              </a:rPr>
              <a:t>Team67</a:t>
            </a:r>
            <a:endParaRPr lang="en-IN" sz="1800" b="0" u="none" strike="noStrike">
              <a:solidFill>
                <a:srgbClr val="000000"/>
              </a:solidFill>
              <a:effectLst/>
              <a:uFillTx/>
              <a:latin typeface="Arial"/>
            </a:endParaRPr>
          </a:p>
        </p:txBody>
      </p:sp>
      <p:pic>
        <p:nvPicPr>
          <p:cNvPr id="79" name="Picture 10"/>
          <p:cNvPicPr/>
          <p:nvPr/>
        </p:nvPicPr>
        <p:blipFill>
          <a:blip r:embed="rId1"/>
          <a:stretch/>
        </p:blipFill>
        <p:spPr>
          <a:xfrm>
            <a:off x="9780120" y="1440"/>
            <a:ext cx="2248560" cy="1060920"/>
          </a:xfrm>
          <a:prstGeom prst="rect">
            <a:avLst/>
          </a:prstGeom>
          <a:noFill/>
          <a:ln w="0">
            <a:noFill/>
          </a:ln>
        </p:spPr>
      </p:pic>
      <p:pic>
        <p:nvPicPr>
          <p:cNvPr id="80" name="Picture 15362" descr="workstation_preview.png"/>
          <p:cNvPicPr/>
          <p:nvPr/>
        </p:nvPicPr>
        <p:blipFill>
          <a:blip r:embed="rId2"/>
          <a:stretch/>
        </p:blipFill>
        <p:spPr>
          <a:xfrm>
            <a:off x="548640" y="1280160"/>
            <a:ext cx="4936320" cy="3107520"/>
          </a:xfrm>
          <a:prstGeom prst="rect">
            <a:avLst/>
          </a:prstGeom>
          <a:noFill/>
          <a:ln w="0">
            <a:noFill/>
          </a:ln>
        </p:spPr>
      </p:pic>
      <p:sp>
        <p:nvSpPr>
          <p:cNvPr id="81" name="TextBox 15363"/>
          <p:cNvSpPr/>
          <p:nvPr/>
        </p:nvSpPr>
        <p:spPr>
          <a:xfrm>
            <a:off x="548640" y="4434840"/>
            <a:ext cx="4936320" cy="680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201"/>
              </a:spcAft>
            </a:pPr>
            <a:r>
              <a:rPr lang="en-US" sz="1000" b="1" u="none" strike="noStrike">
                <a:solidFill>
                  <a:srgbClr val="000000"/>
                </a:solidFill>
                <a:effectLst/>
                <a:uFillTx/>
                <a:latin typeface="Arial"/>
                <a:ea typeface="ＭＳ Ｐゴシック"/>
              </a:rPr>
              <a:t>▲ Live Operational Meteorological Workstation (Deployed):</a:t>
            </a:r>
            <a:endParaRPr lang="en-IN" sz="1000" b="0" u="none" strike="noStrike">
              <a:solidFill>
                <a:srgbClr val="000000"/>
              </a:solidFill>
              <a:effectLst/>
              <a:uFillTx/>
              <a:latin typeface="Arial"/>
            </a:endParaRPr>
          </a:p>
          <a:p>
            <a:pPr defTabSz="457200">
              <a:lnSpc>
                <a:spcPct val="100000"/>
              </a:lnSpc>
            </a:pPr>
            <a:r>
              <a:rPr lang="en-US" sz="900" b="0" u="none" strike="noStrike">
                <a:solidFill>
                  <a:srgbClr val="000000"/>
                </a:solidFill>
                <a:effectLst/>
                <a:uFillTx/>
                <a:latin typeface="Arial"/>
                <a:ea typeface="ＭＳ Ｐゴシック"/>
              </a:rPr>
              <a:t>A serious weather analysis dashboard built for mission-control centers. Features multi-band satellite viewing, eyewall reticles, live RI hazard gauges, and continuous 24-hour wind forecasts across 14 global cyclones.</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Rectangle 9"/>
          <p:cNvSpPr/>
          <p:nvPr/>
        </p:nvSpPr>
        <p:spPr>
          <a:xfrm>
            <a:off x="0" y="6354720"/>
            <a:ext cx="12190680" cy="501840"/>
          </a:xfrm>
          <a:prstGeom prst="rect">
            <a:avLst/>
          </a:prstGeom>
          <a:solidFill>
            <a:srgbClr val="0070C0"/>
          </a:solidFill>
          <a:ln w="9525">
            <a:noFill/>
          </a:ln>
          <a:effectLst>
            <a:outerShdw dir="5400000" dist="23040" rotWithShape="0">
              <a:srgbClr val="808080">
                <a:alpha val="35000"/>
              </a:srgbClr>
            </a:outerShdw>
          </a:effectLst>
        </p:spPr>
        <p:style>
          <a:lnRef idx="0"/>
          <a:fillRef idx="0"/>
          <a:effectRef idx="0"/>
          <a:fontRef idx="minor"/>
        </p:style>
        <p:txBody>
          <a:bodyPr lIns="90000" tIns="45000" rIns="90000" bIns="45000" anchor="ctr">
            <a:noAutofit/>
          </a:bodyPr>
          <a:p>
            <a:endParaRPr lang="en-US" sz="1800" b="0" u="none" strike="noStrike">
              <a:solidFill>
                <a:schemeClr val="accent2">
                  <a:lumMod val="75000"/>
                </a:schemeClr>
              </a:solidFill>
              <a:effectLst/>
              <a:uFillTx/>
              <a:latin typeface="Calibri"/>
            </a:endParaRPr>
          </a:p>
        </p:txBody>
      </p:sp>
      <p:sp>
        <p:nvSpPr>
          <p:cNvPr id="83" name="PlaceHolder 1"/>
          <p:cNvSpPr>
            <a:spLocks noGrp="1"/>
          </p:cNvSpPr>
          <p:nvPr>
            <p:ph type="title"/>
          </p:nvPr>
        </p:nvSpPr>
        <p:spPr>
          <a:xfrm>
            <a:off x="1691640" y="137160"/>
            <a:ext cx="8045280" cy="821520"/>
          </a:xfrm>
          <a:prstGeom prst="rect">
            <a:avLst/>
          </a:prstGeom>
          <a:noFill/>
          <a:ln w="9360">
            <a:noFill/>
          </a:ln>
        </p:spPr>
        <p:txBody>
          <a:bodyPr numCol="1" spcCol="0" lIns="91440" tIns="45720" rIns="91440" bIns="45720" anchor="ctr">
            <a:noAutofit/>
          </a:bodyPr>
          <a:p>
            <a:pPr indent="0" algn="ctr" defTabSz="457200">
              <a:lnSpc>
                <a:spcPct val="100000"/>
              </a:lnSpc>
              <a:buNone/>
              <a:tabLst>
                <a:tab pos="0" algn="l"/>
              </a:tabLst>
            </a:pPr>
            <a:r>
              <a:rPr lang="en-US" sz="2100" b="1" u="none" strike="noStrike">
                <a:solidFill>
                  <a:srgbClr val="000000"/>
                </a:solidFill>
                <a:effectLst/>
                <a:uFillTx/>
                <a:latin typeface="Arial"/>
                <a:ea typeface="ＭＳ Ｐゴシック"/>
              </a:rPr>
              <a:t>TECHNICAL APPROACH &amp; MODEL ARCHITECTURE</a:t>
            </a:r>
            <a:endParaRPr lang="en-US" sz="2100" b="0" u="none" strike="noStrike">
              <a:solidFill>
                <a:schemeClr val="dk1"/>
              </a:solidFill>
              <a:effectLst/>
              <a:uFillTx/>
              <a:latin typeface="TradeGothic"/>
            </a:endParaRPr>
          </a:p>
        </p:txBody>
      </p:sp>
      <p:sp>
        <p:nvSpPr>
          <p:cNvPr id="84" name="TextBox 8"/>
          <p:cNvSpPr/>
          <p:nvPr/>
        </p:nvSpPr>
        <p:spPr>
          <a:xfrm>
            <a:off x="548640" y="4343400"/>
            <a:ext cx="11090160" cy="1491480"/>
          </a:xfrm>
          <a:prstGeom prst="rect">
            <a:avLst/>
          </a:prstGeom>
          <a:noFill/>
          <a:ln w="9525">
            <a:noFill/>
          </a:ln>
        </p:spPr>
        <p:style>
          <a:lnRef idx="0"/>
          <a:fillRef idx="0"/>
          <a:effectRef idx="0"/>
          <a:fontRef idx="minor"/>
        </p:style>
        <p:txBody>
          <a:bodyPr lIns="90000" tIns="45000" rIns="90000" bIns="45000" anchor="t">
            <a:spAutoFit/>
          </a:bodyPr>
          <a:p>
            <a:pPr marL="343080" indent="-343080" algn="just"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Technologies to be used (e.g. programming languages, frameworks, hardware):</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Core Software &amp; AI Stack: Python 3.11, PyTorch 2.4, TorchVision, CUDA 12, Mixed-Precision (FP16 GradScaler) for rapid high-throughput processing.</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Model Components: ResNet-18 Computer Vision Encoder + 18-Hour Temporal Transformer (8 attention heads) + Cross-Attention Ocean-Atmosphere Fusion Layer.</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Deployment &amp; Efficiency: Containerized with Docker / TorchScript for sub-second operational inference (&lt;150 ms per storm cycle on GPU, &lt;1.2s on standard CPU).</a:t>
            </a:r>
            <a:endParaRPr lang="en-IN" sz="850" b="0" u="none" strike="noStrike">
              <a:solidFill>
                <a:srgbClr val="000000"/>
              </a:solidFill>
              <a:effectLst/>
              <a:uFillTx/>
              <a:latin typeface="Arial"/>
            </a:endParaRPr>
          </a:p>
          <a:p>
            <a:pPr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Methodology and process for implementation (Flow Charts/Images/ working prototype):</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Step 1 (Inputs): Streams 7 historical satellite images (18h history) across Infrared (cloud temps), Water Vapor (upper moisture), and Visible bands, combined with 5 ocean parameters (SST, Ocean Heat Content, Wind Shear, Mid-level Moisture, Pressure).</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Step 2 (AI Processing): Computer Vision extracts eyewall formation; Temporal Transformer tracks storm momentum; Cross-Attention fuses visuals with ocean thermodynamic fuel.</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Step 3 (Three Outputs): Simultaneously delivers Rapid Intensification Early Warning (P(RI)), 3-Class Trend (Weakening/Stable/Intensifying), and Continuous Wind Speed Forecast (+6h, +12h, +24h).</a:t>
            </a:r>
            <a:endParaRPr lang="en-IN" sz="850" b="0" u="none" strike="noStrike">
              <a:solidFill>
                <a:srgbClr val="000000"/>
              </a:solidFill>
              <a:effectLst/>
              <a:uFillTx/>
              <a:latin typeface="Arial"/>
            </a:endParaRPr>
          </a:p>
        </p:txBody>
      </p:sp>
      <p:sp>
        <p:nvSpPr>
          <p:cNvPr id="85" name="PlaceHolder 2"/>
          <p:cNvSpPr>
            <a:spLocks noGrp="1"/>
          </p:cNvSpPr>
          <p:nvPr>
            <p:ph type="sldNum" idx="39"/>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1" u="none" strike="noStrike">
                <a:solidFill>
                  <a:schemeClr val="lt1"/>
                </a:solidFill>
                <a:effectLst/>
                <a:uFillTx/>
                <a:latin typeface="TradeGothic"/>
                <a:ea typeface="ＭＳ Ｐゴシック"/>
              </a:defRPr>
            </a:lvl1pPr>
          </a:lstStyle>
          <a:p>
            <a:pPr indent="0" algn="r" defTabSz="457200">
              <a:lnSpc>
                <a:spcPct val="100000"/>
              </a:lnSpc>
              <a:buNone/>
              <a:tabLst>
                <a:tab pos="0" algn="l"/>
              </a:tabLst>
            </a:pPr>
            <a:fld id="{DD1E2F8D-B8AB-41E8-A8CB-82105D7AD3D9}" type="slidenum">
              <a:rPr lang="en-US" sz="1200" b="1" u="none" strike="noStrike">
                <a:solidFill>
                  <a:schemeClr val="lt1"/>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
        <p:nvSpPr>
          <p:cNvPr id="86" name="PlaceHolder 3"/>
          <p:cNvSpPr>
            <a:spLocks noGrp="1"/>
          </p:cNvSpPr>
          <p:nvPr>
            <p:ph type="ftr" idx="40"/>
          </p:nvPr>
        </p:nvSpPr>
        <p:spPr>
          <a:xfrm>
            <a:off x="4648320" y="6356520"/>
            <a:ext cx="320256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lt1"/>
                </a:solidFill>
                <a:effectLst/>
                <a:uFillTx/>
                <a:latin typeface="TradeGothic"/>
              </a:defRPr>
            </a:lvl1pPr>
          </a:lstStyle>
          <a:p>
            <a:pPr indent="0" algn="ctr" defTabSz="457200">
              <a:lnSpc>
                <a:spcPct val="100000"/>
              </a:lnSpc>
              <a:buNone/>
              <a:tabLst>
                <a:tab pos="0" algn="l"/>
              </a:tabLst>
            </a:pPr>
            <a:r>
              <a:rPr lang="en-US" sz="1200" b="0" u="none" strike="noStrike">
                <a:solidFill>
                  <a:schemeClr val="lt1"/>
                </a:solidFill>
                <a:effectLst/>
                <a:uFillTx/>
                <a:latin typeface="TradeGothic"/>
              </a:rPr>
              <a:t>@SIH Idea submission- Template</a:t>
            </a:r>
            <a:endParaRPr lang="en-IN" sz="1200" b="0" u="none" strike="noStrike">
              <a:solidFill>
                <a:srgbClr val="000000"/>
              </a:solidFill>
              <a:effectLst/>
              <a:uFillTx/>
              <a:latin typeface="Times New Roman"/>
            </a:endParaRPr>
          </a:p>
        </p:txBody>
      </p:sp>
      <p:sp>
        <p:nvSpPr>
          <p:cNvPr id="87" name="Oval 10" descr="Your startup LOGO"/>
          <p:cNvSpPr/>
          <p:nvPr/>
        </p:nvSpPr>
        <p:spPr>
          <a:xfrm rot="21525000">
            <a:off x="338760" y="248040"/>
            <a:ext cx="1109160" cy="8427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p>
            <a:pPr algn="ctr" defTabSz="457200">
              <a:lnSpc>
                <a:spcPct val="100000"/>
              </a:lnSpc>
            </a:pPr>
            <a:r>
              <a:rPr lang="en-US" sz="1800" b="0" u="none" strike="noStrike">
                <a:solidFill>
                  <a:schemeClr val="dk1"/>
                </a:solidFill>
                <a:effectLst/>
                <a:uFillTx/>
                <a:latin typeface="Calibri"/>
                <a:ea typeface="ＭＳ Ｐゴシック"/>
              </a:rPr>
              <a:t>Team67</a:t>
            </a:r>
            <a:endParaRPr lang="en-IN" sz="1800" b="0" u="none" strike="noStrike">
              <a:solidFill>
                <a:srgbClr val="000000"/>
              </a:solidFill>
              <a:effectLst/>
              <a:uFillTx/>
              <a:latin typeface="Arial"/>
            </a:endParaRPr>
          </a:p>
        </p:txBody>
      </p:sp>
      <p:pic>
        <p:nvPicPr>
          <p:cNvPr id="88" name="Picture 11"/>
          <p:cNvPicPr/>
          <p:nvPr/>
        </p:nvPicPr>
        <p:blipFill>
          <a:blip r:embed="rId1"/>
          <a:stretch/>
        </p:blipFill>
        <p:spPr>
          <a:xfrm>
            <a:off x="9780120" y="1440"/>
            <a:ext cx="2248560" cy="1060920"/>
          </a:xfrm>
          <a:prstGeom prst="rect">
            <a:avLst/>
          </a:prstGeom>
          <a:noFill/>
          <a:ln w="0">
            <a:noFill/>
          </a:ln>
        </p:spPr>
      </p:pic>
      <p:pic>
        <p:nvPicPr>
          <p:cNvPr id="89" name="Picture 17410" descr="slide3_technical_architecture_flowchart.png"/>
          <p:cNvPicPr/>
          <p:nvPr/>
        </p:nvPicPr>
        <p:blipFill>
          <a:blip r:embed="rId2"/>
          <a:stretch/>
        </p:blipFill>
        <p:spPr>
          <a:xfrm>
            <a:off x="541080" y="1080000"/>
            <a:ext cx="11090160" cy="31248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Rectangle 9"/>
          <p:cNvSpPr/>
          <p:nvPr/>
        </p:nvSpPr>
        <p:spPr>
          <a:xfrm>
            <a:off x="0" y="6354720"/>
            <a:ext cx="12190680" cy="501840"/>
          </a:xfrm>
          <a:prstGeom prst="rect">
            <a:avLst/>
          </a:prstGeom>
          <a:solidFill>
            <a:srgbClr val="0070C0"/>
          </a:solidFill>
          <a:ln w="9525">
            <a:noFill/>
          </a:ln>
          <a:effectLst>
            <a:outerShdw dir="5400000" dist="23040" rotWithShape="0">
              <a:srgbClr val="808080">
                <a:alpha val="35000"/>
              </a:srgbClr>
            </a:outerShdw>
          </a:effectLst>
        </p:spPr>
        <p:style>
          <a:lnRef idx="0"/>
          <a:fillRef idx="0"/>
          <a:effectRef idx="0"/>
          <a:fontRef idx="minor"/>
        </p:style>
        <p:txBody>
          <a:bodyPr lIns="90000" tIns="45000" rIns="90000" bIns="45000" anchor="ctr">
            <a:noAutofit/>
          </a:bodyPr>
          <a:p>
            <a:endParaRPr lang="en-US" sz="1800" b="0" u="none" strike="noStrike">
              <a:solidFill>
                <a:srgbClr val="953735"/>
              </a:solidFill>
              <a:effectLst/>
              <a:uFillTx/>
              <a:latin typeface="Calibri"/>
            </a:endParaRPr>
          </a:p>
        </p:txBody>
      </p:sp>
      <p:sp>
        <p:nvSpPr>
          <p:cNvPr id="91" name="PlaceHolder 1"/>
          <p:cNvSpPr>
            <a:spLocks noGrp="1"/>
          </p:cNvSpPr>
          <p:nvPr>
            <p:ph type="title"/>
          </p:nvPr>
        </p:nvSpPr>
        <p:spPr>
          <a:xfrm>
            <a:off x="1691640" y="137160"/>
            <a:ext cx="8045280" cy="821520"/>
          </a:xfrm>
          <a:prstGeom prst="rect">
            <a:avLst/>
          </a:prstGeom>
          <a:noFill/>
          <a:ln w="9360">
            <a:noFill/>
          </a:ln>
        </p:spPr>
        <p:txBody>
          <a:bodyPr numCol="1" spcCol="0" lIns="91440" tIns="45720" rIns="91440" bIns="45720" anchor="ctr">
            <a:noAutofit/>
          </a:bodyPr>
          <a:p>
            <a:pPr indent="0" algn="ctr" defTabSz="457200">
              <a:lnSpc>
                <a:spcPct val="100000"/>
              </a:lnSpc>
              <a:buNone/>
              <a:tabLst>
                <a:tab pos="0" algn="l"/>
              </a:tabLst>
            </a:pPr>
            <a:r>
              <a:rPr lang="en-US" sz="2100" b="1" u="none" strike="noStrike">
                <a:solidFill>
                  <a:srgbClr val="000000"/>
                </a:solidFill>
                <a:effectLst/>
                <a:uFillTx/>
                <a:latin typeface="Arial"/>
                <a:ea typeface="ＭＳ Ｐゴシック"/>
              </a:rPr>
              <a:t>FEASIBILITY, VIABILITY &amp; MODEL VALIDATION</a:t>
            </a:r>
            <a:endParaRPr lang="en-US" sz="2100" b="0" u="none" strike="noStrike">
              <a:solidFill>
                <a:schemeClr val="dk1"/>
              </a:solidFill>
              <a:effectLst/>
              <a:uFillTx/>
              <a:latin typeface="TradeGothic"/>
            </a:endParaRPr>
          </a:p>
        </p:txBody>
      </p:sp>
      <p:sp>
        <p:nvSpPr>
          <p:cNvPr id="92" name="TextBox 8"/>
          <p:cNvSpPr/>
          <p:nvPr/>
        </p:nvSpPr>
        <p:spPr>
          <a:xfrm>
            <a:off x="548640" y="4343400"/>
            <a:ext cx="11090160" cy="1682280"/>
          </a:xfrm>
          <a:prstGeom prst="rect">
            <a:avLst/>
          </a:prstGeom>
          <a:noFill/>
          <a:ln w="9525">
            <a:noFill/>
          </a:ln>
        </p:spPr>
        <p:style>
          <a:lnRef idx="0"/>
          <a:fillRef idx="0"/>
          <a:effectRef idx="0"/>
          <a:fontRef idx="minor"/>
        </p:style>
        <p:txBody>
          <a:bodyPr lIns="90000" tIns="45000" rIns="90000" bIns="45000" anchor="t">
            <a:spAutoFit/>
          </a:bodyPr>
          <a:p>
            <a:pPr marL="343080" indent="-343080" algn="just"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Analysis of the feasibility of the idea:</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Empirically Proven on 187 Completely Unseen Cyclones: Validated on 7,901 held-out multi-modal sequences with zero data leakage.</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Remarkable Accuracy on Major Severe Storms: Above plots prove real performance on Typhoon Guchol (5.46 kt error, 94.3% trend accuracy) and Hurricane Blas (6.63 kt error, 83.1% trend accuracy), accurately anticipating explosive surges.</a:t>
            </a:r>
            <a:endParaRPr lang="en-IN" sz="850" b="0" u="none" strike="noStrike">
              <a:solidFill>
                <a:srgbClr val="000000"/>
              </a:solidFill>
              <a:effectLst/>
              <a:uFillTx/>
              <a:latin typeface="Arial"/>
            </a:endParaRPr>
          </a:p>
          <a:p>
            <a:pPr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Potential challenges and risks:</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Operational Challenge 1 (Lack of Data for Super Cyclones): Accuracy of prediction of Super Cyclones is lower due to lack of training data.</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Operational Challenge 2 (Sensor Delay / Missing Ocean Data): Real-time buoys or weather model updates can be delayed or missing.</a:t>
            </a:r>
            <a:endParaRPr lang="en-IN" sz="850" b="0" u="none" strike="noStrike">
              <a:solidFill>
                <a:srgbClr val="000000"/>
              </a:solidFill>
              <a:effectLst/>
              <a:uFillTx/>
              <a:latin typeface="Arial"/>
            </a:endParaRPr>
          </a:p>
          <a:p>
            <a:pPr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Strategies for overcoming these challenges:</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Learned Day-Night Masking: Our network automatically toggles optical channels off at night while relying on thermal Infrared (10.8µm) and Water Vapor (6.7µm) for continuous 24/7 uninterrupted forecasting.</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Robust Feature Gating: Model trained with missing-value indicator masks, maintaining high accuracy even when ocean measurements are partially delayed.</a:t>
            </a:r>
            <a:endParaRPr lang="en-IN" sz="850" b="0" u="none" strike="noStrike">
              <a:solidFill>
                <a:srgbClr val="000000"/>
              </a:solidFill>
              <a:effectLst/>
              <a:uFillTx/>
              <a:latin typeface="Arial"/>
            </a:endParaRPr>
          </a:p>
        </p:txBody>
      </p:sp>
      <p:sp>
        <p:nvSpPr>
          <p:cNvPr id="93" name="PlaceHolder 2"/>
          <p:cNvSpPr>
            <a:spLocks noGrp="1"/>
          </p:cNvSpPr>
          <p:nvPr>
            <p:ph type="sldNum" idx="41"/>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1" u="none" strike="noStrike">
                <a:solidFill>
                  <a:srgbClr val="FFFFFF"/>
                </a:solidFill>
                <a:effectLst/>
                <a:uFillTx/>
                <a:latin typeface="TradeGothic"/>
                <a:ea typeface="ＭＳ Ｐゴシック"/>
              </a:defRPr>
            </a:lvl1pPr>
          </a:lstStyle>
          <a:p>
            <a:pPr indent="0" algn="r" defTabSz="457200">
              <a:lnSpc>
                <a:spcPct val="100000"/>
              </a:lnSpc>
              <a:buNone/>
              <a:tabLst>
                <a:tab pos="0" algn="l"/>
              </a:tabLst>
            </a:pPr>
            <a:fld id="{219D9117-4FC2-4DA1-9C06-A6632C5D7E3F}" type="slidenum">
              <a:rPr lang="en-US" sz="1200" b="1" u="none" strike="noStrike">
                <a:solidFill>
                  <a:srgbClr val="FFFFFF"/>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
        <p:nvSpPr>
          <p:cNvPr id="94" name="PlaceHolder 3"/>
          <p:cNvSpPr>
            <a:spLocks noGrp="1"/>
          </p:cNvSpPr>
          <p:nvPr>
            <p:ph type="ftr" idx="42"/>
          </p:nvPr>
        </p:nvSpPr>
        <p:spPr>
          <a:xfrm>
            <a:off x="4648320" y="6356520"/>
            <a:ext cx="320256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rgbClr val="FFFFFF"/>
                </a:solidFill>
                <a:effectLst/>
                <a:uFillTx/>
                <a:latin typeface="TradeGothic"/>
              </a:defRPr>
            </a:lvl1pPr>
          </a:lstStyle>
          <a:p>
            <a:pPr indent="0" algn="ctr" defTabSz="457200">
              <a:lnSpc>
                <a:spcPct val="100000"/>
              </a:lnSpc>
              <a:buNone/>
              <a:tabLst>
                <a:tab pos="0" algn="l"/>
              </a:tabLst>
            </a:pPr>
            <a:r>
              <a:rPr lang="en-US" sz="1200" b="0" u="none" strike="noStrike">
                <a:solidFill>
                  <a:srgbClr val="FFFFFF"/>
                </a:solidFill>
                <a:effectLst/>
                <a:uFillTx/>
                <a:latin typeface="TradeGothic"/>
              </a:rPr>
              <a:t>@SIH Idea submission- Template</a:t>
            </a:r>
            <a:endParaRPr lang="en-IN" sz="1200" b="0" u="none" strike="noStrike">
              <a:solidFill>
                <a:srgbClr val="000000"/>
              </a:solidFill>
              <a:effectLst/>
              <a:uFillTx/>
              <a:latin typeface="Times New Roman"/>
            </a:endParaRPr>
          </a:p>
        </p:txBody>
      </p:sp>
      <p:sp>
        <p:nvSpPr>
          <p:cNvPr id="95" name="Oval 11" descr="Your startup LOGO"/>
          <p:cNvSpPr/>
          <p:nvPr/>
        </p:nvSpPr>
        <p:spPr>
          <a:xfrm>
            <a:off x="329760" y="252360"/>
            <a:ext cx="1360800" cy="8265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p>
            <a:pPr algn="ctr" defTabSz="457200">
              <a:lnSpc>
                <a:spcPct val="100000"/>
              </a:lnSpc>
            </a:pPr>
            <a:r>
              <a:rPr lang="en-US" sz="1800" b="0" u="none" strike="noStrike">
                <a:solidFill>
                  <a:schemeClr val="dk1"/>
                </a:solidFill>
                <a:effectLst/>
                <a:uFillTx/>
                <a:latin typeface="Calibri"/>
                <a:ea typeface="ＭＳ Ｐゴシック"/>
              </a:rPr>
              <a:t>Team67</a:t>
            </a:r>
            <a:endParaRPr lang="en-IN" sz="1800" b="0" u="none" strike="noStrike">
              <a:solidFill>
                <a:srgbClr val="000000"/>
              </a:solidFill>
              <a:effectLst/>
              <a:uFillTx/>
              <a:latin typeface="Arial"/>
            </a:endParaRPr>
          </a:p>
        </p:txBody>
      </p:sp>
      <p:pic>
        <p:nvPicPr>
          <p:cNvPr id="96" name="Picture 10"/>
          <p:cNvPicPr/>
          <p:nvPr/>
        </p:nvPicPr>
        <p:blipFill>
          <a:blip r:embed="rId1"/>
          <a:stretch/>
        </p:blipFill>
        <p:spPr>
          <a:xfrm>
            <a:off x="9780120" y="1440"/>
            <a:ext cx="2248560" cy="1060920"/>
          </a:xfrm>
          <a:prstGeom prst="rect">
            <a:avLst/>
          </a:prstGeom>
          <a:noFill/>
          <a:ln w="0">
            <a:noFill/>
          </a:ln>
        </p:spPr>
      </p:pic>
      <p:pic>
        <p:nvPicPr>
          <p:cNvPr id="97" name="Picture 17410" descr="slide4_least_error_cyclones.png"/>
          <p:cNvPicPr/>
          <p:nvPr/>
        </p:nvPicPr>
        <p:blipFill>
          <a:blip r:embed="rId2"/>
          <a:stretch/>
        </p:blipFill>
        <p:spPr>
          <a:xfrm>
            <a:off x="548640" y="1188720"/>
            <a:ext cx="11090160" cy="30160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Rectangle 9"/>
          <p:cNvSpPr/>
          <p:nvPr/>
        </p:nvSpPr>
        <p:spPr>
          <a:xfrm>
            <a:off x="0" y="6354720"/>
            <a:ext cx="12190680" cy="501840"/>
          </a:xfrm>
          <a:prstGeom prst="rect">
            <a:avLst/>
          </a:prstGeom>
          <a:solidFill>
            <a:srgbClr val="0070C0"/>
          </a:solidFill>
          <a:ln w="9525">
            <a:noFill/>
          </a:ln>
          <a:effectLst>
            <a:outerShdw dir="5400000" dist="23040" rotWithShape="0">
              <a:srgbClr val="808080">
                <a:alpha val="35000"/>
              </a:srgbClr>
            </a:outerShdw>
          </a:effectLst>
        </p:spPr>
        <p:style>
          <a:lnRef idx="0"/>
          <a:fillRef idx="0"/>
          <a:effectRef idx="0"/>
          <a:fontRef idx="minor"/>
        </p:style>
        <p:txBody>
          <a:bodyPr lIns="90000" tIns="45000" rIns="90000" bIns="45000" anchor="ctr">
            <a:noAutofit/>
          </a:bodyPr>
          <a:p>
            <a:endParaRPr lang="en-US" sz="1800" b="0" u="none" strike="noStrike">
              <a:solidFill>
                <a:srgbClr val="953735"/>
              </a:solidFill>
              <a:effectLst/>
              <a:uFillTx/>
              <a:latin typeface="Calibri"/>
            </a:endParaRPr>
          </a:p>
        </p:txBody>
      </p:sp>
      <p:sp>
        <p:nvSpPr>
          <p:cNvPr id="99" name="PlaceHolder 1"/>
          <p:cNvSpPr>
            <a:spLocks noGrp="1"/>
          </p:cNvSpPr>
          <p:nvPr>
            <p:ph type="title"/>
          </p:nvPr>
        </p:nvSpPr>
        <p:spPr>
          <a:xfrm>
            <a:off x="1691640" y="137160"/>
            <a:ext cx="8045280" cy="821520"/>
          </a:xfrm>
          <a:prstGeom prst="rect">
            <a:avLst/>
          </a:prstGeom>
          <a:noFill/>
          <a:ln w="9360">
            <a:noFill/>
          </a:ln>
        </p:spPr>
        <p:txBody>
          <a:bodyPr numCol="1" spcCol="0" lIns="91440" tIns="45720" rIns="91440" bIns="45720" anchor="ctr">
            <a:noAutofit/>
          </a:bodyPr>
          <a:p>
            <a:pPr indent="0" algn="ctr" defTabSz="457200">
              <a:lnSpc>
                <a:spcPct val="100000"/>
              </a:lnSpc>
              <a:buNone/>
              <a:tabLst>
                <a:tab pos="0" algn="l"/>
              </a:tabLst>
            </a:pPr>
            <a:r>
              <a:rPr lang="en-US" sz="2100" b="1" u="none" strike="noStrike">
                <a:solidFill>
                  <a:srgbClr val="10366E"/>
                </a:solidFill>
                <a:effectLst/>
                <a:uFillTx/>
                <a:latin typeface="Arial"/>
                <a:ea typeface="ＭＳ Ｐゴシック"/>
              </a:rPr>
              <a:t>IMPACT, BENEFITS &amp; PROJECT ROADMAP</a:t>
            </a:r>
            <a:endParaRPr lang="en-US" sz="2100" b="0" u="none" strike="noStrike">
              <a:solidFill>
                <a:schemeClr val="dk1"/>
              </a:solidFill>
              <a:effectLst/>
              <a:uFillTx/>
              <a:latin typeface="TradeGothic"/>
            </a:endParaRPr>
          </a:p>
        </p:txBody>
      </p:sp>
      <p:sp>
        <p:nvSpPr>
          <p:cNvPr id="100" name="TextBox 8"/>
          <p:cNvSpPr/>
          <p:nvPr/>
        </p:nvSpPr>
        <p:spPr>
          <a:xfrm>
            <a:off x="548640" y="4343400"/>
            <a:ext cx="11090160" cy="1361880"/>
          </a:xfrm>
          <a:prstGeom prst="rect">
            <a:avLst/>
          </a:prstGeom>
          <a:noFill/>
          <a:ln w="9525">
            <a:noFill/>
          </a:ln>
        </p:spPr>
        <p:style>
          <a:lnRef idx="0"/>
          <a:fillRef idx="0"/>
          <a:effectRef idx="0"/>
          <a:fontRef idx="minor"/>
        </p:style>
        <p:txBody>
          <a:bodyPr lIns="90000" tIns="45000" rIns="90000" bIns="45000" anchor="t">
            <a:spAutoFit/>
          </a:bodyPr>
          <a:p>
            <a:pPr marL="343080" indent="-343080" algn="just"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Potential impact on the target audience (Disaster Authorities, Ports &amp; Public):</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State Disaster Management Authorities (SDMAs &amp; NDRF): Receive actionable Rapid Intensification alerts 18–21 hours earlier, enabling timely mass evacuations of vulnerable coastal districts before roads flood.</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Port Authorities &amp; Maritime Shipping: Accurate 24h trend guidance prevents premature shutdowns of major commercial ports while protecting deep-sea fishing trawlers.</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Vulnerable Coastal Populations: Millions of citizens in Odisha, Andhra Pradesh, Tamil Nadu, and Gujarat gain lifesaving warning windows.</a:t>
            </a:r>
            <a:endParaRPr lang="en-IN" sz="850" b="0" u="none" strike="noStrike">
              <a:solidFill>
                <a:srgbClr val="000000"/>
              </a:solidFill>
              <a:effectLst/>
              <a:uFillTx/>
              <a:latin typeface="Arial"/>
            </a:endParaRPr>
          </a:p>
          <a:p>
            <a:pPr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Benefits of the solution (social, economic, environmental, etc.):</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Economic Benefit (₹50–100+ Crores Saved per Event): Massive evacuations cost state exchequers hundreds of crores. Distinguishing dying storms from escalating monsters eliminates costly false alarms.</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Social Benefit (Zero Casualty Target): Directly supports India's mission for Zero Human Casualties during severe cyclone seasons.</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Environmental &amp; Infrastructure: Secures coastal oil refineries, power grids, and ports against surprise landfall intensification.</a:t>
            </a:r>
            <a:endParaRPr lang="en-IN" sz="850" b="0" u="none" strike="noStrike">
              <a:solidFill>
                <a:srgbClr val="000000"/>
              </a:solidFill>
              <a:effectLst/>
              <a:uFillTx/>
              <a:latin typeface="Arial"/>
            </a:endParaRPr>
          </a:p>
        </p:txBody>
      </p:sp>
      <p:sp>
        <p:nvSpPr>
          <p:cNvPr id="101" name="PlaceHolder 2"/>
          <p:cNvSpPr>
            <a:spLocks noGrp="1"/>
          </p:cNvSpPr>
          <p:nvPr>
            <p:ph type="sldNum" idx="43"/>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1" u="none" strike="noStrike">
                <a:solidFill>
                  <a:srgbClr val="FFFFFF"/>
                </a:solidFill>
                <a:effectLst/>
                <a:uFillTx/>
                <a:latin typeface="TradeGothic"/>
                <a:ea typeface="ＭＳ Ｐゴシック"/>
              </a:defRPr>
            </a:lvl1pPr>
          </a:lstStyle>
          <a:p>
            <a:pPr indent="0" algn="r" defTabSz="457200">
              <a:lnSpc>
                <a:spcPct val="100000"/>
              </a:lnSpc>
              <a:buNone/>
              <a:tabLst>
                <a:tab pos="0" algn="l"/>
              </a:tabLst>
            </a:pPr>
            <a:fld id="{954F9F8E-6CAF-452B-ACC5-F789C6E779F4}" type="slidenum">
              <a:rPr lang="en-US" sz="1200" b="1" u="none" strike="noStrike">
                <a:solidFill>
                  <a:srgbClr val="FFFFFF"/>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
        <p:nvSpPr>
          <p:cNvPr id="102" name="PlaceHolder 3"/>
          <p:cNvSpPr>
            <a:spLocks noGrp="1"/>
          </p:cNvSpPr>
          <p:nvPr>
            <p:ph type="ftr" idx="44"/>
          </p:nvPr>
        </p:nvSpPr>
        <p:spPr>
          <a:xfrm>
            <a:off x="4648320" y="6356520"/>
            <a:ext cx="320256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rgbClr val="FFFFFF"/>
                </a:solidFill>
                <a:effectLst/>
                <a:uFillTx/>
                <a:latin typeface="TradeGothic"/>
              </a:defRPr>
            </a:lvl1pPr>
          </a:lstStyle>
          <a:p>
            <a:pPr indent="0" algn="ctr" defTabSz="457200">
              <a:lnSpc>
                <a:spcPct val="100000"/>
              </a:lnSpc>
              <a:buNone/>
              <a:tabLst>
                <a:tab pos="0" algn="l"/>
              </a:tabLst>
            </a:pPr>
            <a:r>
              <a:rPr lang="en-US" sz="1200" b="0" u="none" strike="noStrike">
                <a:solidFill>
                  <a:srgbClr val="FFFFFF"/>
                </a:solidFill>
                <a:effectLst/>
                <a:uFillTx/>
                <a:latin typeface="TradeGothic"/>
              </a:rPr>
              <a:t>@SIH Idea submission- Template</a:t>
            </a:r>
            <a:endParaRPr lang="en-IN" sz="1200" b="0" u="none" strike="noStrike">
              <a:solidFill>
                <a:srgbClr val="000000"/>
              </a:solidFill>
              <a:effectLst/>
              <a:uFillTx/>
              <a:latin typeface="Times New Roman"/>
            </a:endParaRPr>
          </a:p>
        </p:txBody>
      </p:sp>
      <p:sp>
        <p:nvSpPr>
          <p:cNvPr id="103" name="Oval 11" descr="Your startup LOGO"/>
          <p:cNvSpPr/>
          <p:nvPr/>
        </p:nvSpPr>
        <p:spPr>
          <a:xfrm>
            <a:off x="329760" y="252360"/>
            <a:ext cx="1360800" cy="80604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p>
            <a:pPr algn="ctr" defTabSz="457200">
              <a:lnSpc>
                <a:spcPct val="100000"/>
              </a:lnSpc>
            </a:pPr>
            <a:r>
              <a:rPr lang="en-US" sz="1800" b="0" u="none" strike="noStrike">
                <a:solidFill>
                  <a:schemeClr val="dk1"/>
                </a:solidFill>
                <a:effectLst/>
                <a:uFillTx/>
                <a:latin typeface="Calibri"/>
                <a:ea typeface="ＭＳ Ｐゴシック"/>
              </a:rPr>
              <a:t>Team67</a:t>
            </a:r>
            <a:endParaRPr lang="en-IN" sz="1800" b="0" u="none" strike="noStrike">
              <a:solidFill>
                <a:srgbClr val="000000"/>
              </a:solidFill>
              <a:effectLst/>
              <a:uFillTx/>
              <a:latin typeface="Arial"/>
            </a:endParaRPr>
          </a:p>
        </p:txBody>
      </p:sp>
      <p:pic>
        <p:nvPicPr>
          <p:cNvPr id="104" name="Picture 10"/>
          <p:cNvPicPr/>
          <p:nvPr/>
        </p:nvPicPr>
        <p:blipFill>
          <a:blip r:embed="rId1"/>
          <a:stretch/>
        </p:blipFill>
        <p:spPr>
          <a:xfrm>
            <a:off x="9780120" y="1440"/>
            <a:ext cx="2248560" cy="1060920"/>
          </a:xfrm>
          <a:prstGeom prst="rect">
            <a:avLst/>
          </a:prstGeom>
          <a:noFill/>
          <a:ln w="0">
            <a:noFill/>
          </a:ln>
        </p:spPr>
      </p:pic>
      <p:pic>
        <p:nvPicPr>
          <p:cNvPr id="105" name="Picture 17410" descr="slide5_roadmap_infographic.png"/>
          <p:cNvPicPr/>
          <p:nvPr/>
        </p:nvPicPr>
        <p:blipFill>
          <a:blip r:embed="rId2"/>
          <a:stretch/>
        </p:blipFill>
        <p:spPr>
          <a:xfrm>
            <a:off x="548640" y="1188720"/>
            <a:ext cx="11090160" cy="30160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Rectangle 9"/>
          <p:cNvSpPr/>
          <p:nvPr/>
        </p:nvSpPr>
        <p:spPr>
          <a:xfrm>
            <a:off x="0" y="6354720"/>
            <a:ext cx="12190680" cy="501840"/>
          </a:xfrm>
          <a:prstGeom prst="rect">
            <a:avLst/>
          </a:prstGeom>
          <a:solidFill>
            <a:srgbClr val="0070C0"/>
          </a:solidFill>
          <a:ln w="9525">
            <a:noFill/>
          </a:ln>
          <a:effectLst>
            <a:outerShdw dir="5400000" dist="23040" rotWithShape="0">
              <a:srgbClr val="808080">
                <a:alpha val="35000"/>
              </a:srgbClr>
            </a:outerShdw>
          </a:effectLst>
        </p:spPr>
        <p:style>
          <a:lnRef idx="0"/>
          <a:fillRef idx="0"/>
          <a:effectRef idx="0"/>
          <a:fontRef idx="minor"/>
        </p:style>
        <p:txBody>
          <a:bodyPr lIns="90000" tIns="45000" rIns="90000" bIns="45000" anchor="ctr">
            <a:noAutofit/>
          </a:bodyPr>
          <a:p>
            <a:endParaRPr lang="en-US" sz="1800" b="0" u="none" strike="noStrike">
              <a:solidFill>
                <a:srgbClr val="953735"/>
              </a:solidFill>
              <a:effectLst/>
              <a:uFillTx/>
              <a:latin typeface="Calibri"/>
            </a:endParaRPr>
          </a:p>
        </p:txBody>
      </p:sp>
      <p:sp>
        <p:nvSpPr>
          <p:cNvPr id="107" name="PlaceHolder 1"/>
          <p:cNvSpPr>
            <a:spLocks noGrp="1"/>
          </p:cNvSpPr>
          <p:nvPr>
            <p:ph type="title"/>
          </p:nvPr>
        </p:nvSpPr>
        <p:spPr>
          <a:xfrm>
            <a:off x="1691640" y="137160"/>
            <a:ext cx="8045280" cy="821520"/>
          </a:xfrm>
          <a:prstGeom prst="rect">
            <a:avLst/>
          </a:prstGeom>
          <a:noFill/>
          <a:ln w="9360">
            <a:noFill/>
          </a:ln>
        </p:spPr>
        <p:txBody>
          <a:bodyPr numCol="1" spcCol="0" lIns="91440" tIns="45720" rIns="91440" bIns="45720" anchor="ctr">
            <a:noAutofit/>
          </a:bodyPr>
          <a:p>
            <a:pPr indent="0" algn="ctr" defTabSz="457200">
              <a:lnSpc>
                <a:spcPct val="100000"/>
              </a:lnSpc>
              <a:buNone/>
              <a:tabLst>
                <a:tab pos="0" algn="l"/>
              </a:tabLst>
            </a:pPr>
            <a:r>
              <a:rPr lang="en-US" sz="2100" b="1" u="none" strike="noStrike">
                <a:solidFill>
                  <a:srgbClr val="000000"/>
                </a:solidFill>
                <a:effectLst/>
                <a:uFillTx/>
                <a:latin typeface="Arial"/>
                <a:ea typeface="ＭＳ Ｐゴシック"/>
              </a:rPr>
              <a:t>RESEARCH, REFERENCES &amp; BENCHMARKS</a:t>
            </a:r>
            <a:endParaRPr lang="en-US" sz="2100" b="0" u="none" strike="noStrike">
              <a:solidFill>
                <a:schemeClr val="dk1"/>
              </a:solidFill>
              <a:effectLst/>
              <a:uFillTx/>
              <a:latin typeface="TradeGothic"/>
            </a:endParaRPr>
          </a:p>
        </p:txBody>
      </p:sp>
      <p:sp>
        <p:nvSpPr>
          <p:cNvPr id="108" name="TextBox 8"/>
          <p:cNvSpPr/>
          <p:nvPr/>
        </p:nvSpPr>
        <p:spPr>
          <a:xfrm>
            <a:off x="548640" y="4343400"/>
            <a:ext cx="11090160" cy="991080"/>
          </a:xfrm>
          <a:prstGeom prst="rect">
            <a:avLst/>
          </a:prstGeom>
          <a:noFill/>
          <a:ln w="9525">
            <a:noFill/>
          </a:ln>
        </p:spPr>
        <p:style>
          <a:lnRef idx="0"/>
          <a:fillRef idx="0"/>
          <a:effectRef idx="0"/>
          <a:fontRef idx="minor"/>
        </p:style>
        <p:txBody>
          <a:bodyPr lIns="90000" tIns="45000" rIns="90000" bIns="45000" anchor="t">
            <a:spAutoFit/>
          </a:bodyPr>
          <a:p>
            <a:pPr marL="343080" indent="-343080" algn="just" defTabSz="457200">
              <a:lnSpc>
                <a:spcPct val="100000"/>
              </a:lnSpc>
              <a:spcBef>
                <a:spcPts val="201"/>
              </a:spcBef>
              <a:spcAft>
                <a:spcPts val="99"/>
              </a:spcAft>
              <a:tabLst>
                <a:tab pos="0" algn="l"/>
              </a:tabLst>
            </a:pPr>
            <a:r>
              <a:rPr lang="en-US" sz="1000" b="1" u="none" strike="noStrike">
                <a:solidFill>
                  <a:srgbClr val="000000"/>
                </a:solidFill>
                <a:effectLst/>
                <a:uFillTx/>
                <a:latin typeface="Arial"/>
                <a:ea typeface="ＭＳ Ｐゴシック"/>
              </a:rPr>
              <a:t>• Details / Links of the reference and research work:</a:t>
            </a:r>
            <a:endParaRPr lang="en-IN" sz="100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Authoritative Datasets: TCIR Global Satellite Benchmark (70,499 images, 1,285 cyclones, 15+ years), NOAA National Hurricane Center (NHC HURDAT2), Joint Typhoon Warning Center (JTWC), and NOAA SHIPS Environmental Database.</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Meteorological Standards &amp; Baselines: IMD Official Cyclone Forecast Guidelines (WMO Technical Documents), Kaplan &amp; DeMaria (2003) Rapid Intensification Index (RII), and Dvorak Satellite Intensity Analysis.</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Scientific Architecture: Vaswani et al. (2017) 'Attention Is All You Need' (Temporal Transformer), He et al. (2016) 'Deep Residual Learning' (ResNet-18), and Chen et al. (2020) TCIR Benchmark.</a:t>
            </a:r>
            <a:endParaRPr lang="en-IN" sz="850" b="0" u="none" strike="noStrike">
              <a:solidFill>
                <a:srgbClr val="000000"/>
              </a:solidFill>
              <a:effectLst/>
              <a:uFillTx/>
              <a:latin typeface="Arial"/>
            </a:endParaRPr>
          </a:p>
          <a:p>
            <a:pPr defTabSz="457200">
              <a:lnSpc>
                <a:spcPct val="100000"/>
              </a:lnSpc>
              <a:spcBef>
                <a:spcPts val="99"/>
              </a:spcBef>
              <a:spcAft>
                <a:spcPts val="99"/>
              </a:spcAft>
              <a:tabLst>
                <a:tab pos="0" algn="l"/>
              </a:tabLst>
            </a:pPr>
            <a:r>
              <a:rPr lang="en-US" sz="850" b="0" u="none" strike="noStrike">
                <a:solidFill>
                  <a:srgbClr val="000000"/>
                </a:solidFill>
                <a:effectLst/>
                <a:uFillTx/>
                <a:latin typeface="Arial"/>
                <a:ea typeface="ＭＳ Ｐゴシック"/>
              </a:rPr>
              <a:t>  - Open Source &amp; Live Deployment: Fully reproducible repository with unit tests, trained model weights, and live web workstation at: https://github.com/theDivinePenguin/cycml | https://thedivinepenguin.github.io/cycml/</a:t>
            </a:r>
            <a:endParaRPr lang="en-IN" sz="850" b="0" u="none" strike="noStrike">
              <a:solidFill>
                <a:srgbClr val="000000"/>
              </a:solidFill>
              <a:effectLst/>
              <a:uFillTx/>
              <a:latin typeface="Arial"/>
            </a:endParaRPr>
          </a:p>
        </p:txBody>
      </p:sp>
      <p:sp>
        <p:nvSpPr>
          <p:cNvPr id="109" name="PlaceHolder 2"/>
          <p:cNvSpPr>
            <a:spLocks noGrp="1"/>
          </p:cNvSpPr>
          <p:nvPr>
            <p:ph type="sldNum" idx="45"/>
          </p:nvPr>
        </p:nvSpPr>
        <p:spPr>
          <a:xfrm>
            <a:off x="8737560" y="6356520"/>
            <a:ext cx="2843280" cy="363600"/>
          </a:xfrm>
          <a:prstGeom prst="rect">
            <a:avLst/>
          </a:prstGeom>
          <a:noFill/>
          <a:ln w="0">
            <a:noFill/>
          </a:ln>
        </p:spPr>
        <p:txBody>
          <a:bodyPr numCol="1" spcCol="0" lIns="91440" tIns="45720" rIns="91440" bIns="45720" anchor="ctr">
            <a:noAutofit/>
          </a:bodyPr>
          <a:lstStyle>
            <a:lvl1pPr indent="0" algn="r" defTabSz="457200">
              <a:lnSpc>
                <a:spcPct val="100000"/>
              </a:lnSpc>
              <a:buNone/>
              <a:tabLst>
                <a:tab pos="0" algn="l"/>
              </a:tabLst>
              <a:defRPr lang="en-US" sz="1200" b="1" u="none" strike="noStrike">
                <a:solidFill>
                  <a:srgbClr val="FFFFFF"/>
                </a:solidFill>
                <a:effectLst/>
                <a:uFillTx/>
                <a:latin typeface="TradeGothic"/>
                <a:ea typeface="ＭＳ Ｐゴシック"/>
              </a:defRPr>
            </a:lvl1pPr>
          </a:lstStyle>
          <a:p>
            <a:pPr indent="0" algn="r" defTabSz="457200">
              <a:lnSpc>
                <a:spcPct val="100000"/>
              </a:lnSpc>
              <a:buNone/>
              <a:tabLst>
                <a:tab pos="0" algn="l"/>
              </a:tabLst>
            </a:pPr>
            <a:fld id="{E131BD8E-373C-436C-B09D-4A366DBD08AE}" type="slidenum">
              <a:rPr lang="en-US" sz="1200" b="1" u="none" strike="noStrike">
                <a:solidFill>
                  <a:srgbClr val="FFFFFF"/>
                </a:solidFill>
                <a:effectLst/>
                <a:uFillTx/>
                <a:latin typeface="TradeGothic"/>
                <a:ea typeface="ＭＳ Ｐゴシック"/>
              </a:rPr>
              <a:t>&lt;number&gt;</a:t>
            </a:fld>
            <a:endParaRPr lang="en-IN" sz="1200" b="0" u="none" strike="noStrike">
              <a:solidFill>
                <a:srgbClr val="000000"/>
              </a:solidFill>
              <a:effectLst/>
              <a:uFillTx/>
              <a:latin typeface="Times New Roman"/>
            </a:endParaRPr>
          </a:p>
        </p:txBody>
      </p:sp>
      <p:sp>
        <p:nvSpPr>
          <p:cNvPr id="110" name="PlaceHolder 3"/>
          <p:cNvSpPr>
            <a:spLocks noGrp="1"/>
          </p:cNvSpPr>
          <p:nvPr>
            <p:ph type="ftr" idx="46"/>
          </p:nvPr>
        </p:nvSpPr>
        <p:spPr>
          <a:xfrm>
            <a:off x="4648320" y="6356520"/>
            <a:ext cx="3202560" cy="3636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rgbClr val="FFFFFF"/>
                </a:solidFill>
                <a:effectLst/>
                <a:uFillTx/>
                <a:latin typeface="TradeGothic"/>
              </a:defRPr>
            </a:lvl1pPr>
          </a:lstStyle>
          <a:p>
            <a:pPr indent="0" algn="ctr" defTabSz="457200">
              <a:lnSpc>
                <a:spcPct val="100000"/>
              </a:lnSpc>
              <a:buNone/>
              <a:tabLst>
                <a:tab pos="0" algn="l"/>
              </a:tabLst>
            </a:pPr>
            <a:r>
              <a:rPr lang="en-US" sz="1200" b="0" u="none" strike="noStrike">
                <a:solidFill>
                  <a:srgbClr val="FFFFFF"/>
                </a:solidFill>
                <a:effectLst/>
                <a:uFillTx/>
                <a:latin typeface="TradeGothic"/>
              </a:rPr>
              <a:t>@SIH Idea submission- Template</a:t>
            </a:r>
            <a:endParaRPr lang="en-IN" sz="1200" b="0" u="none" strike="noStrike">
              <a:solidFill>
                <a:srgbClr val="000000"/>
              </a:solidFill>
              <a:effectLst/>
              <a:uFillTx/>
              <a:latin typeface="Times New Roman"/>
            </a:endParaRPr>
          </a:p>
        </p:txBody>
      </p:sp>
      <p:sp>
        <p:nvSpPr>
          <p:cNvPr id="111" name="Oval 8" descr="Your startup LOGO"/>
          <p:cNvSpPr/>
          <p:nvPr/>
        </p:nvSpPr>
        <p:spPr>
          <a:xfrm>
            <a:off x="329760" y="252360"/>
            <a:ext cx="1361160" cy="80604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p>
            <a:pPr algn="ctr" defTabSz="457200">
              <a:lnSpc>
                <a:spcPct val="100000"/>
              </a:lnSpc>
            </a:pPr>
            <a:r>
              <a:rPr lang="en-US" sz="1800" b="0" u="none" strike="noStrike">
                <a:solidFill>
                  <a:schemeClr val="dk1"/>
                </a:solidFill>
                <a:effectLst/>
                <a:uFillTx/>
                <a:latin typeface="Calibri"/>
                <a:ea typeface="ＭＳ Ｐゴシック"/>
              </a:rPr>
              <a:t>Team67</a:t>
            </a:r>
            <a:endParaRPr lang="en-IN" sz="1800" b="0" u="none" strike="noStrike">
              <a:solidFill>
                <a:srgbClr val="000000"/>
              </a:solidFill>
              <a:effectLst/>
              <a:uFillTx/>
              <a:latin typeface="Arial"/>
            </a:endParaRPr>
          </a:p>
        </p:txBody>
      </p:sp>
      <p:pic>
        <p:nvPicPr>
          <p:cNvPr id="112" name="Picture 11"/>
          <p:cNvPicPr/>
          <p:nvPr/>
        </p:nvPicPr>
        <p:blipFill>
          <a:blip r:embed="rId1"/>
          <a:stretch/>
        </p:blipFill>
        <p:spPr>
          <a:xfrm>
            <a:off x="9780120" y="1440"/>
            <a:ext cx="2248560" cy="1060920"/>
          </a:xfrm>
          <a:prstGeom prst="rect">
            <a:avLst/>
          </a:prstGeom>
          <a:noFill/>
          <a:ln w="0">
            <a:noFill/>
          </a:ln>
        </p:spPr>
      </p:pic>
      <p:pic>
        <p:nvPicPr>
          <p:cNvPr id="113" name="Picture 17410" descr="slide6_benchmark_comparison.png"/>
          <p:cNvPicPr/>
          <p:nvPr/>
        </p:nvPicPr>
        <p:blipFill>
          <a:blip r:embed="rId2"/>
          <a:stretch/>
        </p:blipFill>
        <p:spPr>
          <a:xfrm>
            <a:off x="548640" y="1188720"/>
            <a:ext cx="11090160" cy="30160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7501</TotalTime>
  <Application>LibreOffice/26.2.5.2$Linux_X86_64 LibreOffice_project/620$Build-2</Application>
  <AppVersion>15.0000</AppVersion>
  <Words>325</Words>
  <Paragraphs>62</Paragraphs>
  <Company>Crowdfunder, Inc.</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2013-12-12T18:46:50Z</dcterms:created>
  <dc:creator>Crowdfunder</dc:creator>
  <dc:description/>
  <dc:language>en-IN</dc:language>
  <cp:lastModifiedBy/>
  <dcterms:modified xsi:type="dcterms:W3CDTF">2026-09-04T02:54:46Z</dcterms:modified>
  <cp:revision>152</cp:revision>
  <dc:subject/>
  <dc:title>Investor Pitch Deck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Widescreen</vt:lpwstr>
  </property>
  <property fmtid="{D5CDD505-2E9C-101B-9397-08002B2CF9AE}" pid="4" name="Slides">
    <vt:i4>7</vt:i4>
  </property>
</Properties>
</file>